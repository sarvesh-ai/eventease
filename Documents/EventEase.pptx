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90" r:id="rId10"/>
  </p:sldIdLst>
  <p:sldSz cx="9144000" cy="5143500" type="screen16x9"/>
  <p:notesSz cx="6858000" cy="9144000"/>
  <p:embeddedFontLst>
    <p:embeddedFont>
      <p:font typeface="Maven Pro" panose="020B0604020202020204" charset="0"/>
      <p:regular r:id="rId12"/>
      <p:bold r:id="rId13"/>
    </p:embeddedFont>
    <p:embeddedFont>
      <p:font typeface="Maven Pro Black" panose="020B0604020202020204" charset="0"/>
      <p:bold r:id="rId14"/>
    </p:embeddedFont>
    <p:embeddedFont>
      <p:font typeface="Maven Pro SemiBold" panose="020B0604020202020204" charset="0"/>
      <p:regular r:id="rId15"/>
      <p:bold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0B3E8F-7694-45A7-B5C7-77B7C684A0DC}">
  <a:tblStyle styleId="{2C0B3E8F-7694-45A7-B5C7-77B7C684A0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66" autoAdjust="0"/>
    <p:restoredTop sz="95388" autoAdjust="0"/>
  </p:normalViewPr>
  <p:slideViewPr>
    <p:cSldViewPr snapToGrid="0">
      <p:cViewPr varScale="1">
        <p:scale>
          <a:sx n="117" d="100"/>
          <a:sy n="117" d="100"/>
        </p:scale>
        <p:origin x="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181FD1-D266-456D-93EE-5206FA375E37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45F140E-7C5B-402E-9511-1B1B933B9C95}">
      <dgm:prSet custT="1"/>
      <dgm:spPr/>
      <dgm:t>
        <a:bodyPr/>
        <a:lstStyle/>
        <a:p>
          <a:r>
            <a:rPr lang="en-US" sz="1600" b="1" i="0" baseline="0" dirty="0"/>
            <a:t>Research &amp; Analysis</a:t>
          </a:r>
          <a:endParaRPr lang="en-IN" sz="1600" dirty="0"/>
        </a:p>
      </dgm:t>
    </dgm:pt>
    <dgm:pt modelId="{B252ADC3-2058-49A8-B942-4340AA3B0E4F}" type="parTrans" cxnId="{AE59CAD5-2280-4CC0-B621-EC6F01D7D57C}">
      <dgm:prSet/>
      <dgm:spPr/>
      <dgm:t>
        <a:bodyPr/>
        <a:lstStyle/>
        <a:p>
          <a:endParaRPr lang="en-IN"/>
        </a:p>
      </dgm:t>
    </dgm:pt>
    <dgm:pt modelId="{BFFE54FF-6A39-484D-A65C-542C5EC1244A}" type="sibTrans" cxnId="{AE59CAD5-2280-4CC0-B621-EC6F01D7D57C}">
      <dgm:prSet/>
      <dgm:spPr/>
      <dgm:t>
        <a:bodyPr/>
        <a:lstStyle/>
        <a:p>
          <a:endParaRPr lang="en-IN"/>
        </a:p>
      </dgm:t>
    </dgm:pt>
    <dgm:pt modelId="{E3184A8C-504B-463F-9788-DA6005BA00B7}">
      <dgm:prSet custT="1"/>
      <dgm:spPr/>
      <dgm:t>
        <a:bodyPr/>
        <a:lstStyle/>
        <a:p>
          <a:r>
            <a:rPr lang="en-US" sz="1600" b="1" i="0" baseline="0" dirty="0"/>
            <a:t>Design</a:t>
          </a:r>
          <a:endParaRPr lang="en-IN" sz="1600" dirty="0"/>
        </a:p>
      </dgm:t>
    </dgm:pt>
    <dgm:pt modelId="{C4D43F8C-88FB-4C0D-8D30-8B2B4CB25CDA}" type="parTrans" cxnId="{5397EE6D-BA8F-434C-A1A4-B8029DE5C4B6}">
      <dgm:prSet/>
      <dgm:spPr/>
      <dgm:t>
        <a:bodyPr/>
        <a:lstStyle/>
        <a:p>
          <a:endParaRPr lang="en-IN"/>
        </a:p>
      </dgm:t>
    </dgm:pt>
    <dgm:pt modelId="{9DDB84B7-BB58-4333-94AA-C481F989D493}" type="sibTrans" cxnId="{5397EE6D-BA8F-434C-A1A4-B8029DE5C4B6}">
      <dgm:prSet/>
      <dgm:spPr/>
      <dgm:t>
        <a:bodyPr/>
        <a:lstStyle/>
        <a:p>
          <a:endParaRPr lang="en-IN"/>
        </a:p>
      </dgm:t>
    </dgm:pt>
    <dgm:pt modelId="{DE94D3E9-DFB1-4585-B603-3CE63697108A}">
      <dgm:prSet custT="1"/>
      <dgm:spPr/>
      <dgm:t>
        <a:bodyPr/>
        <a:lstStyle/>
        <a:p>
          <a:r>
            <a:rPr lang="en-US" sz="1600" b="1" i="0" baseline="0" dirty="0"/>
            <a:t>Development</a:t>
          </a:r>
          <a:endParaRPr lang="en-IN" sz="1600" dirty="0"/>
        </a:p>
      </dgm:t>
    </dgm:pt>
    <dgm:pt modelId="{0FDA6FC1-112B-4915-A93E-9691D40DA7F0}" type="parTrans" cxnId="{DE5B9579-D040-400A-BE7F-F686E5E5A9D0}">
      <dgm:prSet/>
      <dgm:spPr/>
      <dgm:t>
        <a:bodyPr/>
        <a:lstStyle/>
        <a:p>
          <a:endParaRPr lang="en-IN"/>
        </a:p>
      </dgm:t>
    </dgm:pt>
    <dgm:pt modelId="{29EA9799-34B7-4F5E-A221-C5D630AB43FE}" type="sibTrans" cxnId="{DE5B9579-D040-400A-BE7F-F686E5E5A9D0}">
      <dgm:prSet/>
      <dgm:spPr/>
      <dgm:t>
        <a:bodyPr/>
        <a:lstStyle/>
        <a:p>
          <a:endParaRPr lang="en-IN"/>
        </a:p>
      </dgm:t>
    </dgm:pt>
    <dgm:pt modelId="{25DB8951-EBFA-4D87-A278-1CE6DCE2CB55}">
      <dgm:prSet custT="1"/>
      <dgm:spPr/>
      <dgm:t>
        <a:bodyPr/>
        <a:lstStyle/>
        <a:p>
          <a:r>
            <a:rPr lang="en-US" sz="1600" b="1" i="0" baseline="0" dirty="0"/>
            <a:t>Vendor Partnerships</a:t>
          </a:r>
          <a:endParaRPr lang="en-IN" sz="1600" dirty="0"/>
        </a:p>
      </dgm:t>
    </dgm:pt>
    <dgm:pt modelId="{086A02B3-6D4E-4AD7-A7B8-BF2D07FC65E4}" type="parTrans" cxnId="{BE928FDC-C8A4-4A9A-99E3-70458BCC2468}">
      <dgm:prSet/>
      <dgm:spPr/>
      <dgm:t>
        <a:bodyPr/>
        <a:lstStyle/>
        <a:p>
          <a:endParaRPr lang="en-IN"/>
        </a:p>
      </dgm:t>
    </dgm:pt>
    <dgm:pt modelId="{0F09D0C7-DD18-423C-A9DC-A74CA721F8DA}" type="sibTrans" cxnId="{BE928FDC-C8A4-4A9A-99E3-70458BCC2468}">
      <dgm:prSet/>
      <dgm:spPr/>
      <dgm:t>
        <a:bodyPr/>
        <a:lstStyle/>
        <a:p>
          <a:endParaRPr lang="en-IN"/>
        </a:p>
      </dgm:t>
    </dgm:pt>
    <dgm:pt modelId="{FFC605AB-D6A1-44B4-A9E1-5FB7CE574BA8}">
      <dgm:prSet custT="1"/>
      <dgm:spPr/>
      <dgm:t>
        <a:bodyPr/>
        <a:lstStyle/>
        <a:p>
          <a:r>
            <a:rPr lang="en-US" sz="1600" b="1" i="0" baseline="0" dirty="0"/>
            <a:t>Testing &amp; Launch</a:t>
          </a:r>
          <a:endParaRPr lang="en-IN" sz="1600" dirty="0"/>
        </a:p>
      </dgm:t>
    </dgm:pt>
    <dgm:pt modelId="{72BDA265-77FE-4765-BBC4-F2B147966978}" type="parTrans" cxnId="{414E6850-E8FD-4113-A044-5D3528816CFE}">
      <dgm:prSet/>
      <dgm:spPr/>
      <dgm:t>
        <a:bodyPr/>
        <a:lstStyle/>
        <a:p>
          <a:endParaRPr lang="en-IN"/>
        </a:p>
      </dgm:t>
    </dgm:pt>
    <dgm:pt modelId="{5A515F82-FB7D-4458-9A34-914D412C959F}" type="sibTrans" cxnId="{414E6850-E8FD-4113-A044-5D3528816CFE}">
      <dgm:prSet/>
      <dgm:spPr/>
      <dgm:t>
        <a:bodyPr/>
        <a:lstStyle/>
        <a:p>
          <a:endParaRPr lang="en-IN"/>
        </a:p>
      </dgm:t>
    </dgm:pt>
    <dgm:pt modelId="{14E949F8-2633-4B0C-9EF8-F23FD1C6FC48}" type="pres">
      <dgm:prSet presAssocID="{BE181FD1-D266-456D-93EE-5206FA375E37}" presName="Name0" presStyleCnt="0">
        <dgm:presLayoutVars>
          <dgm:dir/>
          <dgm:resizeHandles val="exact"/>
        </dgm:presLayoutVars>
      </dgm:prSet>
      <dgm:spPr/>
    </dgm:pt>
    <dgm:pt modelId="{7A05CDBC-7C39-4ED9-980C-5BB8F8E37811}" type="pres">
      <dgm:prSet presAssocID="{BE181FD1-D266-456D-93EE-5206FA375E37}" presName="arrow" presStyleLbl="bgShp" presStyleIdx="0" presStyleCnt="1"/>
      <dgm:spPr/>
    </dgm:pt>
    <dgm:pt modelId="{29F251C6-8B21-4F41-BAD4-8AD4A1020320}" type="pres">
      <dgm:prSet presAssocID="{BE181FD1-D266-456D-93EE-5206FA375E37}" presName="points" presStyleCnt="0"/>
      <dgm:spPr/>
    </dgm:pt>
    <dgm:pt modelId="{41FFB7B5-3683-4952-AECA-50DF17CE9233}" type="pres">
      <dgm:prSet presAssocID="{C45F140E-7C5B-402E-9511-1B1B933B9C95}" presName="compositeA" presStyleCnt="0"/>
      <dgm:spPr/>
    </dgm:pt>
    <dgm:pt modelId="{EAF72287-D2A8-4790-99BF-CB660421F5D8}" type="pres">
      <dgm:prSet presAssocID="{C45F140E-7C5B-402E-9511-1B1B933B9C95}" presName="textA" presStyleLbl="revTx" presStyleIdx="0" presStyleCnt="5" custScaleX="257631">
        <dgm:presLayoutVars>
          <dgm:bulletEnabled val="1"/>
        </dgm:presLayoutVars>
      </dgm:prSet>
      <dgm:spPr/>
    </dgm:pt>
    <dgm:pt modelId="{E1494EA2-09E5-437C-A5D8-BB38B40A31EF}" type="pres">
      <dgm:prSet presAssocID="{C45F140E-7C5B-402E-9511-1B1B933B9C95}" presName="circleA" presStyleLbl="node1" presStyleIdx="0" presStyleCnt="5"/>
      <dgm:spPr/>
    </dgm:pt>
    <dgm:pt modelId="{B4E6E41B-35B5-4C28-AE45-497BCC86D59D}" type="pres">
      <dgm:prSet presAssocID="{C45F140E-7C5B-402E-9511-1B1B933B9C95}" presName="spaceA" presStyleCnt="0"/>
      <dgm:spPr/>
    </dgm:pt>
    <dgm:pt modelId="{CB712C0B-48CD-4090-BB31-446CE3DE803F}" type="pres">
      <dgm:prSet presAssocID="{BFFE54FF-6A39-484D-A65C-542C5EC1244A}" presName="space" presStyleCnt="0"/>
      <dgm:spPr/>
    </dgm:pt>
    <dgm:pt modelId="{7C979DC1-73E7-4EFF-BE32-174743D4BAA7}" type="pres">
      <dgm:prSet presAssocID="{E3184A8C-504B-463F-9788-DA6005BA00B7}" presName="compositeB" presStyleCnt="0"/>
      <dgm:spPr/>
    </dgm:pt>
    <dgm:pt modelId="{A273F387-5979-4472-A0BC-3F52474DBE34}" type="pres">
      <dgm:prSet presAssocID="{E3184A8C-504B-463F-9788-DA6005BA00B7}" presName="textB" presStyleLbl="revTx" presStyleIdx="1" presStyleCnt="5" custScaleX="217010">
        <dgm:presLayoutVars>
          <dgm:bulletEnabled val="1"/>
        </dgm:presLayoutVars>
      </dgm:prSet>
      <dgm:spPr/>
    </dgm:pt>
    <dgm:pt modelId="{7AB1BACF-722B-4AF5-BEB4-CCDAEB6B3797}" type="pres">
      <dgm:prSet presAssocID="{E3184A8C-504B-463F-9788-DA6005BA00B7}" presName="circleB" presStyleLbl="node1" presStyleIdx="1" presStyleCnt="5"/>
      <dgm:spPr/>
    </dgm:pt>
    <dgm:pt modelId="{D206ABB6-FC6C-48E3-A361-1926BEF38FBA}" type="pres">
      <dgm:prSet presAssocID="{E3184A8C-504B-463F-9788-DA6005BA00B7}" presName="spaceB" presStyleCnt="0"/>
      <dgm:spPr/>
    </dgm:pt>
    <dgm:pt modelId="{185F4EE7-378C-4495-B282-3ADEC27A2B0E}" type="pres">
      <dgm:prSet presAssocID="{9DDB84B7-BB58-4333-94AA-C481F989D493}" presName="space" presStyleCnt="0"/>
      <dgm:spPr/>
    </dgm:pt>
    <dgm:pt modelId="{AC7F26AC-C7F2-4AB8-A94E-51C961F7B71B}" type="pres">
      <dgm:prSet presAssocID="{DE94D3E9-DFB1-4585-B603-3CE63697108A}" presName="compositeA" presStyleCnt="0"/>
      <dgm:spPr/>
    </dgm:pt>
    <dgm:pt modelId="{35F4E8C3-A1C2-4C94-8066-C3F2ECC03838}" type="pres">
      <dgm:prSet presAssocID="{DE94D3E9-DFB1-4585-B603-3CE63697108A}" presName="textA" presStyleLbl="revTx" presStyleIdx="2" presStyleCnt="5" custScaleX="439456">
        <dgm:presLayoutVars>
          <dgm:bulletEnabled val="1"/>
        </dgm:presLayoutVars>
      </dgm:prSet>
      <dgm:spPr/>
    </dgm:pt>
    <dgm:pt modelId="{87B83A13-F890-480A-9ABA-3D81472DE51F}" type="pres">
      <dgm:prSet presAssocID="{DE94D3E9-DFB1-4585-B603-3CE63697108A}" presName="circleA" presStyleLbl="node1" presStyleIdx="2" presStyleCnt="5"/>
      <dgm:spPr/>
    </dgm:pt>
    <dgm:pt modelId="{CDCD7418-5FF7-4624-BCA9-DB56A5890DEA}" type="pres">
      <dgm:prSet presAssocID="{DE94D3E9-DFB1-4585-B603-3CE63697108A}" presName="spaceA" presStyleCnt="0"/>
      <dgm:spPr/>
    </dgm:pt>
    <dgm:pt modelId="{4A2AA97C-844A-47E8-A898-20095A1E0FB0}" type="pres">
      <dgm:prSet presAssocID="{29EA9799-34B7-4F5E-A221-C5D630AB43FE}" presName="space" presStyleCnt="0"/>
      <dgm:spPr/>
    </dgm:pt>
    <dgm:pt modelId="{5BB21113-B8F4-4CC4-A658-55A94E370EA0}" type="pres">
      <dgm:prSet presAssocID="{25DB8951-EBFA-4D87-A278-1CE6DCE2CB55}" presName="compositeB" presStyleCnt="0"/>
      <dgm:spPr/>
    </dgm:pt>
    <dgm:pt modelId="{13E35A6B-AA59-4473-A6BB-3E273689CCB0}" type="pres">
      <dgm:prSet presAssocID="{25DB8951-EBFA-4D87-A278-1CE6DCE2CB55}" presName="textB" presStyleLbl="revTx" presStyleIdx="3" presStyleCnt="5" custScaleX="307400">
        <dgm:presLayoutVars>
          <dgm:bulletEnabled val="1"/>
        </dgm:presLayoutVars>
      </dgm:prSet>
      <dgm:spPr/>
    </dgm:pt>
    <dgm:pt modelId="{063AFE51-9351-4556-B788-1D6889CCC686}" type="pres">
      <dgm:prSet presAssocID="{25DB8951-EBFA-4D87-A278-1CE6DCE2CB55}" presName="circleB" presStyleLbl="node1" presStyleIdx="3" presStyleCnt="5"/>
      <dgm:spPr/>
    </dgm:pt>
    <dgm:pt modelId="{52EEB4EE-A3EF-4A5A-A95C-49810271B5AC}" type="pres">
      <dgm:prSet presAssocID="{25DB8951-EBFA-4D87-A278-1CE6DCE2CB55}" presName="spaceB" presStyleCnt="0"/>
      <dgm:spPr/>
    </dgm:pt>
    <dgm:pt modelId="{2B25EC77-5368-44CE-A139-ABE23F153F27}" type="pres">
      <dgm:prSet presAssocID="{0F09D0C7-DD18-423C-A9DC-A74CA721F8DA}" presName="space" presStyleCnt="0"/>
      <dgm:spPr/>
    </dgm:pt>
    <dgm:pt modelId="{0BB9B6BB-E429-416C-8691-2EBEAA47A422}" type="pres">
      <dgm:prSet presAssocID="{FFC605AB-D6A1-44B4-A9E1-5FB7CE574BA8}" presName="compositeA" presStyleCnt="0"/>
      <dgm:spPr/>
    </dgm:pt>
    <dgm:pt modelId="{E0761790-F54C-41BB-BEAA-48D7B5F1DF33}" type="pres">
      <dgm:prSet presAssocID="{FFC605AB-D6A1-44B4-A9E1-5FB7CE574BA8}" presName="textA" presStyleLbl="revTx" presStyleIdx="4" presStyleCnt="5" custScaleX="201714">
        <dgm:presLayoutVars>
          <dgm:bulletEnabled val="1"/>
        </dgm:presLayoutVars>
      </dgm:prSet>
      <dgm:spPr/>
    </dgm:pt>
    <dgm:pt modelId="{C4B0BBFE-F3CE-4BEE-92DC-43F37C8A5A9C}" type="pres">
      <dgm:prSet presAssocID="{FFC605AB-D6A1-44B4-A9E1-5FB7CE574BA8}" presName="circleA" presStyleLbl="node1" presStyleIdx="4" presStyleCnt="5"/>
      <dgm:spPr/>
    </dgm:pt>
    <dgm:pt modelId="{95FFB5DF-0EBA-4471-819D-49ECEE267419}" type="pres">
      <dgm:prSet presAssocID="{FFC605AB-D6A1-44B4-A9E1-5FB7CE574BA8}" presName="spaceA" presStyleCnt="0"/>
      <dgm:spPr/>
    </dgm:pt>
  </dgm:ptLst>
  <dgm:cxnLst>
    <dgm:cxn modelId="{E04C7F3D-3025-42CC-BF71-6E3E69AA6306}" type="presOf" srcId="{BE181FD1-D266-456D-93EE-5206FA375E37}" destId="{14E949F8-2633-4B0C-9EF8-F23FD1C6FC48}" srcOrd="0" destOrd="0" presId="urn:microsoft.com/office/officeart/2005/8/layout/hProcess11"/>
    <dgm:cxn modelId="{CA488E42-D379-4205-BD80-9E0B683BDACF}" type="presOf" srcId="{FFC605AB-D6A1-44B4-A9E1-5FB7CE574BA8}" destId="{E0761790-F54C-41BB-BEAA-48D7B5F1DF33}" srcOrd="0" destOrd="0" presId="urn:microsoft.com/office/officeart/2005/8/layout/hProcess11"/>
    <dgm:cxn modelId="{5397EE6D-BA8F-434C-A1A4-B8029DE5C4B6}" srcId="{BE181FD1-D266-456D-93EE-5206FA375E37}" destId="{E3184A8C-504B-463F-9788-DA6005BA00B7}" srcOrd="1" destOrd="0" parTransId="{C4D43F8C-88FB-4C0D-8D30-8B2B4CB25CDA}" sibTransId="{9DDB84B7-BB58-4333-94AA-C481F989D493}"/>
    <dgm:cxn modelId="{414E6850-E8FD-4113-A044-5D3528816CFE}" srcId="{BE181FD1-D266-456D-93EE-5206FA375E37}" destId="{FFC605AB-D6A1-44B4-A9E1-5FB7CE574BA8}" srcOrd="4" destOrd="0" parTransId="{72BDA265-77FE-4765-BBC4-F2B147966978}" sibTransId="{5A515F82-FB7D-4458-9A34-914D412C959F}"/>
    <dgm:cxn modelId="{DE5B9579-D040-400A-BE7F-F686E5E5A9D0}" srcId="{BE181FD1-D266-456D-93EE-5206FA375E37}" destId="{DE94D3E9-DFB1-4585-B603-3CE63697108A}" srcOrd="2" destOrd="0" parTransId="{0FDA6FC1-112B-4915-A93E-9691D40DA7F0}" sibTransId="{29EA9799-34B7-4F5E-A221-C5D630AB43FE}"/>
    <dgm:cxn modelId="{BF6F8B9A-BC38-45D4-87F4-BF22FA887CA9}" type="presOf" srcId="{E3184A8C-504B-463F-9788-DA6005BA00B7}" destId="{A273F387-5979-4472-A0BC-3F52474DBE34}" srcOrd="0" destOrd="0" presId="urn:microsoft.com/office/officeart/2005/8/layout/hProcess11"/>
    <dgm:cxn modelId="{7C5DF3CB-7139-43E3-B854-1C97D55F0B9B}" type="presOf" srcId="{25DB8951-EBFA-4D87-A278-1CE6DCE2CB55}" destId="{13E35A6B-AA59-4473-A6BB-3E273689CCB0}" srcOrd="0" destOrd="0" presId="urn:microsoft.com/office/officeart/2005/8/layout/hProcess11"/>
    <dgm:cxn modelId="{089BE7D1-AD79-4698-965B-F6645AF1225F}" type="presOf" srcId="{C45F140E-7C5B-402E-9511-1B1B933B9C95}" destId="{EAF72287-D2A8-4790-99BF-CB660421F5D8}" srcOrd="0" destOrd="0" presId="urn:microsoft.com/office/officeart/2005/8/layout/hProcess11"/>
    <dgm:cxn modelId="{AE59CAD5-2280-4CC0-B621-EC6F01D7D57C}" srcId="{BE181FD1-D266-456D-93EE-5206FA375E37}" destId="{C45F140E-7C5B-402E-9511-1B1B933B9C95}" srcOrd="0" destOrd="0" parTransId="{B252ADC3-2058-49A8-B942-4340AA3B0E4F}" sibTransId="{BFFE54FF-6A39-484D-A65C-542C5EC1244A}"/>
    <dgm:cxn modelId="{BE928FDC-C8A4-4A9A-99E3-70458BCC2468}" srcId="{BE181FD1-D266-456D-93EE-5206FA375E37}" destId="{25DB8951-EBFA-4D87-A278-1CE6DCE2CB55}" srcOrd="3" destOrd="0" parTransId="{086A02B3-6D4E-4AD7-A7B8-BF2D07FC65E4}" sibTransId="{0F09D0C7-DD18-423C-A9DC-A74CA721F8DA}"/>
    <dgm:cxn modelId="{96B9BADC-3307-45F3-9E06-63915128C741}" type="presOf" srcId="{DE94D3E9-DFB1-4585-B603-3CE63697108A}" destId="{35F4E8C3-A1C2-4C94-8066-C3F2ECC03838}" srcOrd="0" destOrd="0" presId="urn:microsoft.com/office/officeart/2005/8/layout/hProcess11"/>
    <dgm:cxn modelId="{45A17A0A-8BC3-4660-96A9-354BDE653FF4}" type="presParOf" srcId="{14E949F8-2633-4B0C-9EF8-F23FD1C6FC48}" destId="{7A05CDBC-7C39-4ED9-980C-5BB8F8E37811}" srcOrd="0" destOrd="0" presId="urn:microsoft.com/office/officeart/2005/8/layout/hProcess11"/>
    <dgm:cxn modelId="{A9EE7486-451D-44DE-8DC3-67007AF528DB}" type="presParOf" srcId="{14E949F8-2633-4B0C-9EF8-F23FD1C6FC48}" destId="{29F251C6-8B21-4F41-BAD4-8AD4A1020320}" srcOrd="1" destOrd="0" presId="urn:microsoft.com/office/officeart/2005/8/layout/hProcess11"/>
    <dgm:cxn modelId="{1F49C750-C4D5-4CC2-B59E-6D93CDE61D01}" type="presParOf" srcId="{29F251C6-8B21-4F41-BAD4-8AD4A1020320}" destId="{41FFB7B5-3683-4952-AECA-50DF17CE9233}" srcOrd="0" destOrd="0" presId="urn:microsoft.com/office/officeart/2005/8/layout/hProcess11"/>
    <dgm:cxn modelId="{002DCACF-5C29-42B3-94DF-8FAEE0AC1908}" type="presParOf" srcId="{41FFB7B5-3683-4952-AECA-50DF17CE9233}" destId="{EAF72287-D2A8-4790-99BF-CB660421F5D8}" srcOrd="0" destOrd="0" presId="urn:microsoft.com/office/officeart/2005/8/layout/hProcess11"/>
    <dgm:cxn modelId="{142CBD30-9E69-4E97-B025-1A0251B46C75}" type="presParOf" srcId="{41FFB7B5-3683-4952-AECA-50DF17CE9233}" destId="{E1494EA2-09E5-437C-A5D8-BB38B40A31EF}" srcOrd="1" destOrd="0" presId="urn:microsoft.com/office/officeart/2005/8/layout/hProcess11"/>
    <dgm:cxn modelId="{4001CDBE-6BC8-4DF3-B08C-8C8FB25B107F}" type="presParOf" srcId="{41FFB7B5-3683-4952-AECA-50DF17CE9233}" destId="{B4E6E41B-35B5-4C28-AE45-497BCC86D59D}" srcOrd="2" destOrd="0" presId="urn:microsoft.com/office/officeart/2005/8/layout/hProcess11"/>
    <dgm:cxn modelId="{6054542C-9201-4AC8-89C1-A76135F5C4DD}" type="presParOf" srcId="{29F251C6-8B21-4F41-BAD4-8AD4A1020320}" destId="{CB712C0B-48CD-4090-BB31-446CE3DE803F}" srcOrd="1" destOrd="0" presId="urn:microsoft.com/office/officeart/2005/8/layout/hProcess11"/>
    <dgm:cxn modelId="{2CFD2375-F78F-46BE-BBF3-3F9B52A1DAFC}" type="presParOf" srcId="{29F251C6-8B21-4F41-BAD4-8AD4A1020320}" destId="{7C979DC1-73E7-4EFF-BE32-174743D4BAA7}" srcOrd="2" destOrd="0" presId="urn:microsoft.com/office/officeart/2005/8/layout/hProcess11"/>
    <dgm:cxn modelId="{65DF779A-243B-4722-A687-A9BAF05F6247}" type="presParOf" srcId="{7C979DC1-73E7-4EFF-BE32-174743D4BAA7}" destId="{A273F387-5979-4472-A0BC-3F52474DBE34}" srcOrd="0" destOrd="0" presId="urn:microsoft.com/office/officeart/2005/8/layout/hProcess11"/>
    <dgm:cxn modelId="{E41BF8CC-F9EF-4C86-A071-1A94B73235BF}" type="presParOf" srcId="{7C979DC1-73E7-4EFF-BE32-174743D4BAA7}" destId="{7AB1BACF-722B-4AF5-BEB4-CCDAEB6B3797}" srcOrd="1" destOrd="0" presId="urn:microsoft.com/office/officeart/2005/8/layout/hProcess11"/>
    <dgm:cxn modelId="{D0883516-AB19-4C75-BC60-235F1316D44F}" type="presParOf" srcId="{7C979DC1-73E7-4EFF-BE32-174743D4BAA7}" destId="{D206ABB6-FC6C-48E3-A361-1926BEF38FBA}" srcOrd="2" destOrd="0" presId="urn:microsoft.com/office/officeart/2005/8/layout/hProcess11"/>
    <dgm:cxn modelId="{8AF89D12-40BD-4674-A3E7-8C83176EF27D}" type="presParOf" srcId="{29F251C6-8B21-4F41-BAD4-8AD4A1020320}" destId="{185F4EE7-378C-4495-B282-3ADEC27A2B0E}" srcOrd="3" destOrd="0" presId="urn:microsoft.com/office/officeart/2005/8/layout/hProcess11"/>
    <dgm:cxn modelId="{AE50BAFD-9A59-4F99-986B-A1AEABC6B7C9}" type="presParOf" srcId="{29F251C6-8B21-4F41-BAD4-8AD4A1020320}" destId="{AC7F26AC-C7F2-4AB8-A94E-51C961F7B71B}" srcOrd="4" destOrd="0" presId="urn:microsoft.com/office/officeart/2005/8/layout/hProcess11"/>
    <dgm:cxn modelId="{5F222735-59FE-4BB9-8B47-74741504E4D6}" type="presParOf" srcId="{AC7F26AC-C7F2-4AB8-A94E-51C961F7B71B}" destId="{35F4E8C3-A1C2-4C94-8066-C3F2ECC03838}" srcOrd="0" destOrd="0" presId="urn:microsoft.com/office/officeart/2005/8/layout/hProcess11"/>
    <dgm:cxn modelId="{D1776360-47BB-4EC0-8354-B83ECF0896F0}" type="presParOf" srcId="{AC7F26AC-C7F2-4AB8-A94E-51C961F7B71B}" destId="{87B83A13-F890-480A-9ABA-3D81472DE51F}" srcOrd="1" destOrd="0" presId="urn:microsoft.com/office/officeart/2005/8/layout/hProcess11"/>
    <dgm:cxn modelId="{CBE5EF78-9B03-471D-939C-F5F118CD0A79}" type="presParOf" srcId="{AC7F26AC-C7F2-4AB8-A94E-51C961F7B71B}" destId="{CDCD7418-5FF7-4624-BCA9-DB56A5890DEA}" srcOrd="2" destOrd="0" presId="urn:microsoft.com/office/officeart/2005/8/layout/hProcess11"/>
    <dgm:cxn modelId="{7580C365-9CC0-4A03-AB6A-885E71105841}" type="presParOf" srcId="{29F251C6-8B21-4F41-BAD4-8AD4A1020320}" destId="{4A2AA97C-844A-47E8-A898-20095A1E0FB0}" srcOrd="5" destOrd="0" presId="urn:microsoft.com/office/officeart/2005/8/layout/hProcess11"/>
    <dgm:cxn modelId="{25A22F57-79B9-4043-A11C-CEB810313133}" type="presParOf" srcId="{29F251C6-8B21-4F41-BAD4-8AD4A1020320}" destId="{5BB21113-B8F4-4CC4-A658-55A94E370EA0}" srcOrd="6" destOrd="0" presId="urn:microsoft.com/office/officeart/2005/8/layout/hProcess11"/>
    <dgm:cxn modelId="{7F2DFC47-CBCA-4361-B368-43ACBD51A96A}" type="presParOf" srcId="{5BB21113-B8F4-4CC4-A658-55A94E370EA0}" destId="{13E35A6B-AA59-4473-A6BB-3E273689CCB0}" srcOrd="0" destOrd="0" presId="urn:microsoft.com/office/officeart/2005/8/layout/hProcess11"/>
    <dgm:cxn modelId="{A01F8555-CFC5-4982-B5E0-BD97D27A5027}" type="presParOf" srcId="{5BB21113-B8F4-4CC4-A658-55A94E370EA0}" destId="{063AFE51-9351-4556-B788-1D6889CCC686}" srcOrd="1" destOrd="0" presId="urn:microsoft.com/office/officeart/2005/8/layout/hProcess11"/>
    <dgm:cxn modelId="{312B0C11-07AB-4CE9-B593-CF9826ACCC83}" type="presParOf" srcId="{5BB21113-B8F4-4CC4-A658-55A94E370EA0}" destId="{52EEB4EE-A3EF-4A5A-A95C-49810271B5AC}" srcOrd="2" destOrd="0" presId="urn:microsoft.com/office/officeart/2005/8/layout/hProcess11"/>
    <dgm:cxn modelId="{88BB97BE-1D98-4F11-9E14-C55A892F70BC}" type="presParOf" srcId="{29F251C6-8B21-4F41-BAD4-8AD4A1020320}" destId="{2B25EC77-5368-44CE-A139-ABE23F153F27}" srcOrd="7" destOrd="0" presId="urn:microsoft.com/office/officeart/2005/8/layout/hProcess11"/>
    <dgm:cxn modelId="{BC654B4F-4668-4895-B38A-8043B6D44618}" type="presParOf" srcId="{29F251C6-8B21-4F41-BAD4-8AD4A1020320}" destId="{0BB9B6BB-E429-416C-8691-2EBEAA47A422}" srcOrd="8" destOrd="0" presId="urn:microsoft.com/office/officeart/2005/8/layout/hProcess11"/>
    <dgm:cxn modelId="{FA1BF69C-E351-4667-8E82-3929AD4F3570}" type="presParOf" srcId="{0BB9B6BB-E429-416C-8691-2EBEAA47A422}" destId="{E0761790-F54C-41BB-BEAA-48D7B5F1DF33}" srcOrd="0" destOrd="0" presId="urn:microsoft.com/office/officeart/2005/8/layout/hProcess11"/>
    <dgm:cxn modelId="{884548B0-4DBE-4B9D-AEF1-CC64AE2672C0}" type="presParOf" srcId="{0BB9B6BB-E429-416C-8691-2EBEAA47A422}" destId="{C4B0BBFE-F3CE-4BEE-92DC-43F37C8A5A9C}" srcOrd="1" destOrd="0" presId="urn:microsoft.com/office/officeart/2005/8/layout/hProcess11"/>
    <dgm:cxn modelId="{97D4AA88-CEAE-4355-9203-F5E2A72205ED}" type="presParOf" srcId="{0BB9B6BB-E429-416C-8691-2EBEAA47A422}" destId="{95FFB5DF-0EBA-4471-819D-49ECEE26741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BC5896-614D-4CA4-92CB-A7EC613E2FD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A5E603B-E3B1-47AA-80A5-5BD86535F211}">
      <dgm:prSet/>
      <dgm:spPr/>
      <dgm:t>
        <a:bodyPr/>
        <a:lstStyle/>
        <a:p>
          <a:r>
            <a:rPr lang="en-IN" b="1" i="0" dirty="0"/>
            <a:t>Real-World Application</a:t>
          </a:r>
          <a:endParaRPr lang="en-IN" dirty="0"/>
        </a:p>
      </dgm:t>
    </dgm:pt>
    <dgm:pt modelId="{A7FA0DA2-C94D-4761-8E39-580DF6A33065}" type="parTrans" cxnId="{56764F40-74AE-4F2B-92C2-BC838DF16D14}">
      <dgm:prSet/>
      <dgm:spPr/>
      <dgm:t>
        <a:bodyPr/>
        <a:lstStyle/>
        <a:p>
          <a:endParaRPr lang="en-IN"/>
        </a:p>
      </dgm:t>
    </dgm:pt>
    <dgm:pt modelId="{6F943607-9F6F-4A91-ACE2-F3125C5FE49C}" type="sibTrans" cxnId="{56764F40-74AE-4F2B-92C2-BC838DF16D14}">
      <dgm:prSet/>
      <dgm:spPr/>
      <dgm:t>
        <a:bodyPr/>
        <a:lstStyle/>
        <a:p>
          <a:endParaRPr lang="en-IN"/>
        </a:p>
      </dgm:t>
    </dgm:pt>
    <dgm:pt modelId="{34F1DE97-9A10-4ABA-BD0A-2331AC48EF8C}">
      <dgm:prSet/>
      <dgm:spPr/>
      <dgm:t>
        <a:bodyPr/>
        <a:lstStyle/>
        <a:p>
          <a:r>
            <a:rPr lang="en-US" b="1" i="0" baseline="0" dirty="0"/>
            <a:t>Market Demand</a:t>
          </a:r>
          <a:endParaRPr lang="en-IN" dirty="0"/>
        </a:p>
      </dgm:t>
    </dgm:pt>
    <dgm:pt modelId="{4038C67C-E0BC-4F6B-B1B6-C53EAC965322}" type="parTrans" cxnId="{216AFA74-E972-4ECD-9747-ED9F42672D3E}">
      <dgm:prSet/>
      <dgm:spPr/>
      <dgm:t>
        <a:bodyPr/>
        <a:lstStyle/>
        <a:p>
          <a:endParaRPr lang="en-IN"/>
        </a:p>
      </dgm:t>
    </dgm:pt>
    <dgm:pt modelId="{ED220CF6-435A-4E02-B458-2C577B4780A3}" type="sibTrans" cxnId="{216AFA74-E972-4ECD-9747-ED9F42672D3E}">
      <dgm:prSet/>
      <dgm:spPr/>
      <dgm:t>
        <a:bodyPr/>
        <a:lstStyle/>
        <a:p>
          <a:endParaRPr lang="en-IN"/>
        </a:p>
      </dgm:t>
    </dgm:pt>
    <dgm:pt modelId="{EA637B7B-36EB-4ABB-94AC-53C8A9529F30}">
      <dgm:prSet/>
      <dgm:spPr/>
      <dgm:t>
        <a:bodyPr/>
        <a:lstStyle/>
        <a:p>
          <a:r>
            <a:rPr lang="en-US" b="1" i="0" baseline="0" dirty="0"/>
            <a:t>Personal Interest</a:t>
          </a:r>
          <a:endParaRPr lang="en-IN" dirty="0"/>
        </a:p>
      </dgm:t>
    </dgm:pt>
    <dgm:pt modelId="{31F2EE4D-C4C2-445A-A628-839FD50A45F7}" type="parTrans" cxnId="{E65E1D26-71A8-4F93-8273-5C958368FE8D}">
      <dgm:prSet/>
      <dgm:spPr/>
      <dgm:t>
        <a:bodyPr/>
        <a:lstStyle/>
        <a:p>
          <a:endParaRPr lang="en-IN"/>
        </a:p>
      </dgm:t>
    </dgm:pt>
    <dgm:pt modelId="{26255D18-E84A-41F5-A381-3D1C4EDE8A7B}" type="sibTrans" cxnId="{E65E1D26-71A8-4F93-8273-5C958368FE8D}">
      <dgm:prSet/>
      <dgm:spPr/>
      <dgm:t>
        <a:bodyPr/>
        <a:lstStyle/>
        <a:p>
          <a:endParaRPr lang="en-IN"/>
        </a:p>
      </dgm:t>
    </dgm:pt>
    <dgm:pt modelId="{DFFD71C1-0446-43C6-9214-093B234DDAD4}">
      <dgm:prSet/>
      <dgm:spPr/>
      <dgm:t>
        <a:bodyPr/>
        <a:lstStyle/>
        <a:p>
          <a:r>
            <a:rPr lang="en-US" b="1" i="0" baseline="0" dirty="0"/>
            <a:t>User Impact</a:t>
          </a:r>
          <a:endParaRPr lang="en-IN" dirty="0"/>
        </a:p>
      </dgm:t>
    </dgm:pt>
    <dgm:pt modelId="{E8656BCD-9403-4499-8AE6-BB43B43A8E7B}" type="parTrans" cxnId="{3BD4817F-27A0-49EC-A392-2E0F8C6E6A1B}">
      <dgm:prSet/>
      <dgm:spPr/>
      <dgm:t>
        <a:bodyPr/>
        <a:lstStyle/>
        <a:p>
          <a:endParaRPr lang="en-IN"/>
        </a:p>
      </dgm:t>
    </dgm:pt>
    <dgm:pt modelId="{83FD4AFA-1EFF-47B2-AFDC-2CCB52330218}" type="sibTrans" cxnId="{3BD4817F-27A0-49EC-A392-2E0F8C6E6A1B}">
      <dgm:prSet/>
      <dgm:spPr/>
      <dgm:t>
        <a:bodyPr/>
        <a:lstStyle/>
        <a:p>
          <a:endParaRPr lang="en-IN"/>
        </a:p>
      </dgm:t>
    </dgm:pt>
    <dgm:pt modelId="{B11DE1C3-9775-42E4-A9A9-E5F60EDF3948}">
      <dgm:prSet/>
      <dgm:spPr/>
      <dgm:t>
        <a:bodyPr/>
        <a:lstStyle/>
        <a:p>
          <a:r>
            <a:rPr lang="en-US" b="1" i="0" baseline="0" dirty="0"/>
            <a:t>Addressing Challenges</a:t>
          </a:r>
          <a:endParaRPr lang="en-IN" dirty="0"/>
        </a:p>
      </dgm:t>
    </dgm:pt>
    <dgm:pt modelId="{AE9A168A-7C63-407C-A550-EA434B91FC49}" type="parTrans" cxnId="{9F7EF346-5360-4B66-89E7-F28DB60013AA}">
      <dgm:prSet/>
      <dgm:spPr/>
      <dgm:t>
        <a:bodyPr/>
        <a:lstStyle/>
        <a:p>
          <a:endParaRPr lang="en-IN"/>
        </a:p>
      </dgm:t>
    </dgm:pt>
    <dgm:pt modelId="{109804CC-C4BD-44E4-A24D-3B0286838BA3}" type="sibTrans" cxnId="{9F7EF346-5360-4B66-89E7-F28DB60013AA}">
      <dgm:prSet/>
      <dgm:spPr/>
      <dgm:t>
        <a:bodyPr/>
        <a:lstStyle/>
        <a:p>
          <a:endParaRPr lang="en-IN"/>
        </a:p>
      </dgm:t>
    </dgm:pt>
    <dgm:pt modelId="{67FBD2CF-FB37-4478-B93C-68543511D9C5}" type="pres">
      <dgm:prSet presAssocID="{F9BC5896-614D-4CA4-92CB-A7EC613E2FDE}" presName="compositeShape" presStyleCnt="0">
        <dgm:presLayoutVars>
          <dgm:chMax val="7"/>
          <dgm:dir/>
          <dgm:resizeHandles val="exact"/>
        </dgm:presLayoutVars>
      </dgm:prSet>
      <dgm:spPr/>
    </dgm:pt>
    <dgm:pt modelId="{CCCBE18C-58B4-46B6-86F0-F06364405A73}" type="pres">
      <dgm:prSet presAssocID="{8A5E603B-E3B1-47AA-80A5-5BD86535F211}" presName="circ1" presStyleLbl="vennNode1" presStyleIdx="0" presStyleCnt="5"/>
      <dgm:spPr/>
    </dgm:pt>
    <dgm:pt modelId="{73BD0D92-DD3A-4D02-9BC6-E4D78632A555}" type="pres">
      <dgm:prSet presAssocID="{8A5E603B-E3B1-47AA-80A5-5BD86535F211}" presName="circ1Tx" presStyleLbl="revTx" presStyleIdx="0" presStyleCnt="0" custLinFactNeighborY="29284">
        <dgm:presLayoutVars>
          <dgm:chMax val="0"/>
          <dgm:chPref val="0"/>
          <dgm:bulletEnabled val="1"/>
        </dgm:presLayoutVars>
      </dgm:prSet>
      <dgm:spPr/>
    </dgm:pt>
    <dgm:pt modelId="{7C7294AF-ABC1-49B3-863A-B89F25F96549}" type="pres">
      <dgm:prSet presAssocID="{34F1DE97-9A10-4ABA-BD0A-2331AC48EF8C}" presName="circ2" presStyleLbl="vennNode1" presStyleIdx="1" presStyleCnt="5"/>
      <dgm:spPr/>
    </dgm:pt>
    <dgm:pt modelId="{E12CA7CD-E270-45E8-81D7-A92919E854BF}" type="pres">
      <dgm:prSet presAssocID="{34F1DE97-9A10-4ABA-BD0A-2331AC48EF8C}" presName="circ2Tx" presStyleLbl="revTx" presStyleIdx="0" presStyleCnt="0" custLinFactNeighborX="-14754" custLinFactNeighborY="9871">
        <dgm:presLayoutVars>
          <dgm:chMax val="0"/>
          <dgm:chPref val="0"/>
          <dgm:bulletEnabled val="1"/>
        </dgm:presLayoutVars>
      </dgm:prSet>
      <dgm:spPr/>
    </dgm:pt>
    <dgm:pt modelId="{991756B4-C0D8-4D0C-887F-9E9729A314D7}" type="pres">
      <dgm:prSet presAssocID="{EA637B7B-36EB-4ABB-94AC-53C8A9529F30}" presName="circ3" presStyleLbl="vennNode1" presStyleIdx="2" presStyleCnt="5"/>
      <dgm:spPr/>
    </dgm:pt>
    <dgm:pt modelId="{AA7AB00A-81C2-4DC3-94EC-184EA4532245}" type="pres">
      <dgm:prSet presAssocID="{EA637B7B-36EB-4ABB-94AC-53C8A9529F30}" presName="circ3Tx" presStyleLbl="revTx" presStyleIdx="0" presStyleCnt="0" custLinFactNeighborX="-14296">
        <dgm:presLayoutVars>
          <dgm:chMax val="0"/>
          <dgm:chPref val="0"/>
          <dgm:bulletEnabled val="1"/>
        </dgm:presLayoutVars>
      </dgm:prSet>
      <dgm:spPr/>
    </dgm:pt>
    <dgm:pt modelId="{A53C8A6A-A8F5-45A2-BC3B-5916721FACCD}" type="pres">
      <dgm:prSet presAssocID="{DFFD71C1-0446-43C6-9214-093B234DDAD4}" presName="circ4" presStyleLbl="vennNode1" presStyleIdx="3" presStyleCnt="5"/>
      <dgm:spPr/>
    </dgm:pt>
    <dgm:pt modelId="{61F4B40A-0D0F-4960-ADB8-FF596DB8CD90}" type="pres">
      <dgm:prSet presAssocID="{DFFD71C1-0446-43C6-9214-093B234DDAD4}" presName="circ4Tx" presStyleLbl="revTx" presStyleIdx="0" presStyleCnt="0" custLinFactNeighborX="5532">
        <dgm:presLayoutVars>
          <dgm:chMax val="0"/>
          <dgm:chPref val="0"/>
          <dgm:bulletEnabled val="1"/>
        </dgm:presLayoutVars>
      </dgm:prSet>
      <dgm:spPr/>
    </dgm:pt>
    <dgm:pt modelId="{D03BED72-FB0D-46AD-923B-B171539D0F70}" type="pres">
      <dgm:prSet presAssocID="{B11DE1C3-9775-42E4-A9A9-E5F60EDF3948}" presName="circ5" presStyleLbl="vennNode1" presStyleIdx="4" presStyleCnt="5"/>
      <dgm:spPr/>
    </dgm:pt>
    <dgm:pt modelId="{75B98790-1EC6-4F91-AB7F-E230F4658A49}" type="pres">
      <dgm:prSet presAssocID="{B11DE1C3-9775-42E4-A9A9-E5F60EDF3948}" presName="circ5Tx" presStyleLbl="revTx" presStyleIdx="0" presStyleCnt="0" custLinFactNeighborX="4610">
        <dgm:presLayoutVars>
          <dgm:chMax val="0"/>
          <dgm:chPref val="0"/>
          <dgm:bulletEnabled val="1"/>
        </dgm:presLayoutVars>
      </dgm:prSet>
      <dgm:spPr/>
    </dgm:pt>
  </dgm:ptLst>
  <dgm:cxnLst>
    <dgm:cxn modelId="{E65E1D26-71A8-4F93-8273-5C958368FE8D}" srcId="{F9BC5896-614D-4CA4-92CB-A7EC613E2FDE}" destId="{EA637B7B-36EB-4ABB-94AC-53C8A9529F30}" srcOrd="2" destOrd="0" parTransId="{31F2EE4D-C4C2-445A-A628-839FD50A45F7}" sibTransId="{26255D18-E84A-41F5-A381-3D1C4EDE8A7B}"/>
    <dgm:cxn modelId="{1DFB512F-D6FB-442C-B077-EBC33DBD979F}" type="presOf" srcId="{EA637B7B-36EB-4ABB-94AC-53C8A9529F30}" destId="{AA7AB00A-81C2-4DC3-94EC-184EA4532245}" srcOrd="0" destOrd="0" presId="urn:microsoft.com/office/officeart/2005/8/layout/venn1"/>
    <dgm:cxn modelId="{56764F40-74AE-4F2B-92C2-BC838DF16D14}" srcId="{F9BC5896-614D-4CA4-92CB-A7EC613E2FDE}" destId="{8A5E603B-E3B1-47AA-80A5-5BD86535F211}" srcOrd="0" destOrd="0" parTransId="{A7FA0DA2-C94D-4761-8E39-580DF6A33065}" sibTransId="{6F943607-9F6F-4A91-ACE2-F3125C5FE49C}"/>
    <dgm:cxn modelId="{9F7EF346-5360-4B66-89E7-F28DB60013AA}" srcId="{F9BC5896-614D-4CA4-92CB-A7EC613E2FDE}" destId="{B11DE1C3-9775-42E4-A9A9-E5F60EDF3948}" srcOrd="4" destOrd="0" parTransId="{AE9A168A-7C63-407C-A550-EA434B91FC49}" sibTransId="{109804CC-C4BD-44E4-A24D-3B0286838BA3}"/>
    <dgm:cxn modelId="{7BA5A749-BB59-486D-B082-ADA4BF1CA72B}" type="presOf" srcId="{8A5E603B-E3B1-47AA-80A5-5BD86535F211}" destId="{73BD0D92-DD3A-4D02-9BC6-E4D78632A555}" srcOrd="0" destOrd="0" presId="urn:microsoft.com/office/officeart/2005/8/layout/venn1"/>
    <dgm:cxn modelId="{D4E78F52-ACF1-4C55-9570-934D628AFBB4}" type="presOf" srcId="{B11DE1C3-9775-42E4-A9A9-E5F60EDF3948}" destId="{75B98790-1EC6-4F91-AB7F-E230F4658A49}" srcOrd="0" destOrd="0" presId="urn:microsoft.com/office/officeart/2005/8/layout/venn1"/>
    <dgm:cxn modelId="{216AFA74-E972-4ECD-9747-ED9F42672D3E}" srcId="{F9BC5896-614D-4CA4-92CB-A7EC613E2FDE}" destId="{34F1DE97-9A10-4ABA-BD0A-2331AC48EF8C}" srcOrd="1" destOrd="0" parTransId="{4038C67C-E0BC-4F6B-B1B6-C53EAC965322}" sibTransId="{ED220CF6-435A-4E02-B458-2C577B4780A3}"/>
    <dgm:cxn modelId="{DD999978-34DE-453E-8B6E-11DB773319EB}" type="presOf" srcId="{34F1DE97-9A10-4ABA-BD0A-2331AC48EF8C}" destId="{E12CA7CD-E270-45E8-81D7-A92919E854BF}" srcOrd="0" destOrd="0" presId="urn:microsoft.com/office/officeart/2005/8/layout/venn1"/>
    <dgm:cxn modelId="{D66B2879-6C98-4B11-8936-1A9A440D77D6}" type="presOf" srcId="{DFFD71C1-0446-43C6-9214-093B234DDAD4}" destId="{61F4B40A-0D0F-4960-ADB8-FF596DB8CD90}" srcOrd="0" destOrd="0" presId="urn:microsoft.com/office/officeart/2005/8/layout/venn1"/>
    <dgm:cxn modelId="{3BD4817F-27A0-49EC-A392-2E0F8C6E6A1B}" srcId="{F9BC5896-614D-4CA4-92CB-A7EC613E2FDE}" destId="{DFFD71C1-0446-43C6-9214-093B234DDAD4}" srcOrd="3" destOrd="0" parTransId="{E8656BCD-9403-4499-8AE6-BB43B43A8E7B}" sibTransId="{83FD4AFA-1EFF-47B2-AFDC-2CCB52330218}"/>
    <dgm:cxn modelId="{CD6E32A7-7C2B-4B76-AD30-4B97765F2BDE}" type="presOf" srcId="{F9BC5896-614D-4CA4-92CB-A7EC613E2FDE}" destId="{67FBD2CF-FB37-4478-B93C-68543511D9C5}" srcOrd="0" destOrd="0" presId="urn:microsoft.com/office/officeart/2005/8/layout/venn1"/>
    <dgm:cxn modelId="{95479144-871D-4D87-B532-9379E767E6A4}" type="presParOf" srcId="{67FBD2CF-FB37-4478-B93C-68543511D9C5}" destId="{CCCBE18C-58B4-46B6-86F0-F06364405A73}" srcOrd="0" destOrd="0" presId="urn:microsoft.com/office/officeart/2005/8/layout/venn1"/>
    <dgm:cxn modelId="{6871E601-F064-4D4D-8FEC-86AEDB49213C}" type="presParOf" srcId="{67FBD2CF-FB37-4478-B93C-68543511D9C5}" destId="{73BD0D92-DD3A-4D02-9BC6-E4D78632A555}" srcOrd="1" destOrd="0" presId="urn:microsoft.com/office/officeart/2005/8/layout/venn1"/>
    <dgm:cxn modelId="{D89CB3FE-CB1D-43BF-9C89-4DB54CC82DC3}" type="presParOf" srcId="{67FBD2CF-FB37-4478-B93C-68543511D9C5}" destId="{7C7294AF-ABC1-49B3-863A-B89F25F96549}" srcOrd="2" destOrd="0" presId="urn:microsoft.com/office/officeart/2005/8/layout/venn1"/>
    <dgm:cxn modelId="{F33B487D-7CDB-43BE-8125-CC7E919FADFB}" type="presParOf" srcId="{67FBD2CF-FB37-4478-B93C-68543511D9C5}" destId="{E12CA7CD-E270-45E8-81D7-A92919E854BF}" srcOrd="3" destOrd="0" presId="urn:microsoft.com/office/officeart/2005/8/layout/venn1"/>
    <dgm:cxn modelId="{766B5464-BBDB-40CE-BC75-A08899596871}" type="presParOf" srcId="{67FBD2CF-FB37-4478-B93C-68543511D9C5}" destId="{991756B4-C0D8-4D0C-887F-9E9729A314D7}" srcOrd="4" destOrd="0" presId="urn:microsoft.com/office/officeart/2005/8/layout/venn1"/>
    <dgm:cxn modelId="{A4F031FD-5113-4BF5-A83E-2F39C036D160}" type="presParOf" srcId="{67FBD2CF-FB37-4478-B93C-68543511D9C5}" destId="{AA7AB00A-81C2-4DC3-94EC-184EA4532245}" srcOrd="5" destOrd="0" presId="urn:microsoft.com/office/officeart/2005/8/layout/venn1"/>
    <dgm:cxn modelId="{D8809745-A2B2-4B46-BE17-1909189EE7CB}" type="presParOf" srcId="{67FBD2CF-FB37-4478-B93C-68543511D9C5}" destId="{A53C8A6A-A8F5-45A2-BC3B-5916721FACCD}" srcOrd="6" destOrd="0" presId="urn:microsoft.com/office/officeart/2005/8/layout/venn1"/>
    <dgm:cxn modelId="{ED09AD5D-BA9A-4CEA-AB68-EC75A691055F}" type="presParOf" srcId="{67FBD2CF-FB37-4478-B93C-68543511D9C5}" destId="{61F4B40A-0D0F-4960-ADB8-FF596DB8CD90}" srcOrd="7" destOrd="0" presId="urn:microsoft.com/office/officeart/2005/8/layout/venn1"/>
    <dgm:cxn modelId="{4C63946D-E437-4E13-8C49-745659563B82}" type="presParOf" srcId="{67FBD2CF-FB37-4478-B93C-68543511D9C5}" destId="{D03BED72-FB0D-46AD-923B-B171539D0F70}" srcOrd="8" destOrd="0" presId="urn:microsoft.com/office/officeart/2005/8/layout/venn1"/>
    <dgm:cxn modelId="{AE27964B-A561-4AEB-A3EE-E0E95AC6577F}" type="presParOf" srcId="{67FBD2CF-FB37-4478-B93C-68543511D9C5}" destId="{75B98790-1EC6-4F91-AB7F-E230F4658A49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5CDBC-7C39-4ED9-980C-5BB8F8E37811}">
      <dsp:nvSpPr>
        <dsp:cNvPr id="0" name=""/>
        <dsp:cNvSpPr/>
      </dsp:nvSpPr>
      <dsp:spPr>
        <a:xfrm>
          <a:off x="0" y="584947"/>
          <a:ext cx="7726342" cy="7799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72287-D2A8-4790-99BF-CB660421F5D8}">
      <dsp:nvSpPr>
        <dsp:cNvPr id="0" name=""/>
        <dsp:cNvSpPr/>
      </dsp:nvSpPr>
      <dsp:spPr>
        <a:xfrm>
          <a:off x="3817" y="0"/>
          <a:ext cx="1239959" cy="779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Research &amp; Analysis</a:t>
          </a:r>
          <a:endParaRPr lang="en-IN" sz="1600" kern="1200" dirty="0"/>
        </a:p>
      </dsp:txBody>
      <dsp:txXfrm>
        <a:off x="3817" y="0"/>
        <a:ext cx="1239959" cy="779930"/>
      </dsp:txXfrm>
    </dsp:sp>
    <dsp:sp modelId="{E1494EA2-09E5-437C-A5D8-BB38B40A31EF}">
      <dsp:nvSpPr>
        <dsp:cNvPr id="0" name=""/>
        <dsp:cNvSpPr/>
      </dsp:nvSpPr>
      <dsp:spPr>
        <a:xfrm>
          <a:off x="526305" y="877421"/>
          <a:ext cx="194982" cy="1949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3F387-5979-4472-A0BC-3F52474DBE34}">
      <dsp:nvSpPr>
        <dsp:cNvPr id="0" name=""/>
        <dsp:cNvSpPr/>
      </dsp:nvSpPr>
      <dsp:spPr>
        <a:xfrm>
          <a:off x="1267841" y="1169894"/>
          <a:ext cx="1044453" cy="779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Design</a:t>
          </a:r>
          <a:endParaRPr lang="en-IN" sz="1600" kern="1200" dirty="0"/>
        </a:p>
      </dsp:txBody>
      <dsp:txXfrm>
        <a:off x="1267841" y="1169894"/>
        <a:ext cx="1044453" cy="779930"/>
      </dsp:txXfrm>
    </dsp:sp>
    <dsp:sp modelId="{7AB1BACF-722B-4AF5-BEB4-CCDAEB6B3797}">
      <dsp:nvSpPr>
        <dsp:cNvPr id="0" name=""/>
        <dsp:cNvSpPr/>
      </dsp:nvSpPr>
      <dsp:spPr>
        <a:xfrm>
          <a:off x="1692577" y="877421"/>
          <a:ext cx="194982" cy="1949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4E8C3-A1C2-4C94-8066-C3F2ECC03838}">
      <dsp:nvSpPr>
        <dsp:cNvPr id="0" name=""/>
        <dsp:cNvSpPr/>
      </dsp:nvSpPr>
      <dsp:spPr>
        <a:xfrm>
          <a:off x="2336360" y="0"/>
          <a:ext cx="2115071" cy="779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Development</a:t>
          </a:r>
          <a:endParaRPr lang="en-IN" sz="1600" kern="1200" dirty="0"/>
        </a:p>
      </dsp:txBody>
      <dsp:txXfrm>
        <a:off x="2336360" y="0"/>
        <a:ext cx="2115071" cy="779930"/>
      </dsp:txXfrm>
    </dsp:sp>
    <dsp:sp modelId="{87B83A13-F890-480A-9ABA-3D81472DE51F}">
      <dsp:nvSpPr>
        <dsp:cNvPr id="0" name=""/>
        <dsp:cNvSpPr/>
      </dsp:nvSpPr>
      <dsp:spPr>
        <a:xfrm>
          <a:off x="3296404" y="877421"/>
          <a:ext cx="194982" cy="1949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35A6B-AA59-4473-A6BB-3E273689CCB0}">
      <dsp:nvSpPr>
        <dsp:cNvPr id="0" name=""/>
        <dsp:cNvSpPr/>
      </dsp:nvSpPr>
      <dsp:spPr>
        <a:xfrm>
          <a:off x="4475495" y="1169894"/>
          <a:ext cx="1479494" cy="779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Vendor Partnerships</a:t>
          </a:r>
          <a:endParaRPr lang="en-IN" sz="1600" kern="1200" dirty="0"/>
        </a:p>
      </dsp:txBody>
      <dsp:txXfrm>
        <a:off x="4475495" y="1169894"/>
        <a:ext cx="1479494" cy="779930"/>
      </dsp:txXfrm>
    </dsp:sp>
    <dsp:sp modelId="{063AFE51-9351-4556-B788-1D6889CCC686}">
      <dsp:nvSpPr>
        <dsp:cNvPr id="0" name=""/>
        <dsp:cNvSpPr/>
      </dsp:nvSpPr>
      <dsp:spPr>
        <a:xfrm>
          <a:off x="5117752" y="877421"/>
          <a:ext cx="194982" cy="1949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61790-F54C-41BB-BEAA-48D7B5F1DF33}">
      <dsp:nvSpPr>
        <dsp:cNvPr id="0" name=""/>
        <dsp:cNvSpPr/>
      </dsp:nvSpPr>
      <dsp:spPr>
        <a:xfrm>
          <a:off x="5979055" y="0"/>
          <a:ext cx="970835" cy="779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Testing &amp; Launch</a:t>
          </a:r>
          <a:endParaRPr lang="en-IN" sz="1600" kern="1200" dirty="0"/>
        </a:p>
      </dsp:txBody>
      <dsp:txXfrm>
        <a:off x="5979055" y="0"/>
        <a:ext cx="970835" cy="779930"/>
      </dsp:txXfrm>
    </dsp:sp>
    <dsp:sp modelId="{C4B0BBFE-F3CE-4BEE-92DC-43F37C8A5A9C}">
      <dsp:nvSpPr>
        <dsp:cNvPr id="0" name=""/>
        <dsp:cNvSpPr/>
      </dsp:nvSpPr>
      <dsp:spPr>
        <a:xfrm>
          <a:off x="6366981" y="877421"/>
          <a:ext cx="194982" cy="1949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BE18C-58B4-46B6-86F0-F06364405A73}">
      <dsp:nvSpPr>
        <dsp:cNvPr id="0" name=""/>
        <dsp:cNvSpPr/>
      </dsp:nvSpPr>
      <dsp:spPr>
        <a:xfrm>
          <a:off x="2217039" y="1141584"/>
          <a:ext cx="1401946" cy="14019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3BD0D92-DD3A-4D02-9BC6-E4D78632A555}">
      <dsp:nvSpPr>
        <dsp:cNvPr id="0" name=""/>
        <dsp:cNvSpPr/>
      </dsp:nvSpPr>
      <dsp:spPr>
        <a:xfrm>
          <a:off x="2104883" y="275652"/>
          <a:ext cx="1626257" cy="94130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 dirty="0"/>
            <a:t>Real-World Application</a:t>
          </a:r>
          <a:endParaRPr lang="en-IN" sz="2000" kern="1200" dirty="0"/>
        </a:p>
      </dsp:txBody>
      <dsp:txXfrm>
        <a:off x="2104883" y="275652"/>
        <a:ext cx="1626257" cy="941306"/>
      </dsp:txXfrm>
    </dsp:sp>
    <dsp:sp modelId="{7C7294AF-ABC1-49B3-863A-B89F25F96549}">
      <dsp:nvSpPr>
        <dsp:cNvPr id="0" name=""/>
        <dsp:cNvSpPr/>
      </dsp:nvSpPr>
      <dsp:spPr>
        <a:xfrm>
          <a:off x="2750339" y="1528922"/>
          <a:ext cx="1401946" cy="14019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12CA7CD-E270-45E8-81D7-A92919E854BF}">
      <dsp:nvSpPr>
        <dsp:cNvPr id="0" name=""/>
        <dsp:cNvSpPr/>
      </dsp:nvSpPr>
      <dsp:spPr>
        <a:xfrm>
          <a:off x="4048764" y="1342548"/>
          <a:ext cx="1458024" cy="10214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Market Demand</a:t>
          </a:r>
          <a:endParaRPr lang="en-IN" sz="2000" kern="1200" dirty="0"/>
        </a:p>
      </dsp:txBody>
      <dsp:txXfrm>
        <a:off x="4048764" y="1342548"/>
        <a:ext cx="1458024" cy="1021418"/>
      </dsp:txXfrm>
    </dsp:sp>
    <dsp:sp modelId="{991756B4-C0D8-4D0C-887F-9E9729A314D7}">
      <dsp:nvSpPr>
        <dsp:cNvPr id="0" name=""/>
        <dsp:cNvSpPr/>
      </dsp:nvSpPr>
      <dsp:spPr>
        <a:xfrm>
          <a:off x="2546777" y="2156193"/>
          <a:ext cx="1401946" cy="14019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A7AB00A-81C2-4DC3-94EC-184EA4532245}">
      <dsp:nvSpPr>
        <dsp:cNvPr id="0" name=""/>
        <dsp:cNvSpPr/>
      </dsp:nvSpPr>
      <dsp:spPr>
        <a:xfrm>
          <a:off x="3831130" y="2984142"/>
          <a:ext cx="1458024" cy="10214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Personal Interest</a:t>
          </a:r>
          <a:endParaRPr lang="en-IN" sz="2000" kern="1200" dirty="0"/>
        </a:p>
      </dsp:txBody>
      <dsp:txXfrm>
        <a:off x="3831130" y="2984142"/>
        <a:ext cx="1458024" cy="1021418"/>
      </dsp:txXfrm>
    </dsp:sp>
    <dsp:sp modelId="{A53C8A6A-A8F5-45A2-BC3B-5916721FACCD}">
      <dsp:nvSpPr>
        <dsp:cNvPr id="0" name=""/>
        <dsp:cNvSpPr/>
      </dsp:nvSpPr>
      <dsp:spPr>
        <a:xfrm>
          <a:off x="1887301" y="2156193"/>
          <a:ext cx="1401946" cy="14019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1F4B40A-0D0F-4960-ADB8-FF596DB8CD90}">
      <dsp:nvSpPr>
        <dsp:cNvPr id="0" name=""/>
        <dsp:cNvSpPr/>
      </dsp:nvSpPr>
      <dsp:spPr>
        <a:xfrm>
          <a:off x="419089" y="2984142"/>
          <a:ext cx="1458024" cy="10214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User Impact</a:t>
          </a:r>
          <a:endParaRPr lang="en-IN" sz="2000" kern="1200" dirty="0"/>
        </a:p>
      </dsp:txBody>
      <dsp:txXfrm>
        <a:off x="419089" y="2984142"/>
        <a:ext cx="1458024" cy="1021418"/>
      </dsp:txXfrm>
    </dsp:sp>
    <dsp:sp modelId="{D03BED72-FB0D-46AD-923B-B171539D0F70}">
      <dsp:nvSpPr>
        <dsp:cNvPr id="0" name=""/>
        <dsp:cNvSpPr/>
      </dsp:nvSpPr>
      <dsp:spPr>
        <a:xfrm>
          <a:off x="1683738" y="1528922"/>
          <a:ext cx="1401946" cy="14019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5B98790-1EC6-4F91-AB7F-E230F4658A49}">
      <dsp:nvSpPr>
        <dsp:cNvPr id="0" name=""/>
        <dsp:cNvSpPr/>
      </dsp:nvSpPr>
      <dsp:spPr>
        <a:xfrm>
          <a:off x="181334" y="1241723"/>
          <a:ext cx="1458024" cy="10214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Addressing Challenges</a:t>
          </a:r>
          <a:endParaRPr lang="en-IN" sz="2000" kern="1200" dirty="0"/>
        </a:p>
      </dsp:txBody>
      <dsp:txXfrm>
        <a:off x="181334" y="1241723"/>
        <a:ext cx="1458024" cy="1021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91eea7cf9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91eea7cf9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91eea7cf9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91eea7cf9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91eea7cf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91eea7cf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91eea7cf9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91eea7cf9b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91eea7cf9b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91eea7cf9b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91eea7cf9b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91eea7cf9b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91eea7cf9b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91eea7cf9b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g91eea7cf9b_0_2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5" name="Google Shape;2705;g91eea7cf9b_0_2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5083875" y="1387563"/>
            <a:ext cx="3984900" cy="18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aven Pro"/>
              <a:buNone/>
              <a:defRPr sz="6600">
                <a:latin typeface="Maven Pro Black"/>
                <a:ea typeface="Maven Pro Black"/>
                <a:cs typeface="Maven Pro Black"/>
                <a:sym typeface="Maven Pr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293275" y="4244575"/>
            <a:ext cx="1172275" cy="1172275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720800" y="-3537675"/>
            <a:ext cx="4622375" cy="4622000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3079663"/>
            <a:ext cx="3501699" cy="3502099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96633" y="-208778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96633" y="494035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0" y="3201275"/>
            <a:ext cx="658115" cy="658115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5083875" y="3085732"/>
            <a:ext cx="29244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 b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-2456312" y="-2470275"/>
            <a:ext cx="4622375" cy="4622000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019325" y="3238671"/>
            <a:ext cx="2338754" cy="2339021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555625" y="4563329"/>
            <a:ext cx="593406" cy="593406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-523850" y="-426552"/>
            <a:ext cx="1119840" cy="1119832"/>
          </a:xfrm>
          <a:custGeom>
            <a:avLst/>
            <a:gdLst/>
            <a:ahLst/>
            <a:cxnLst/>
            <a:rect l="l" t="t" r="r" b="b"/>
            <a:pathLst>
              <a:path w="141528" h="141527" extrusionOk="0">
                <a:moveTo>
                  <a:pt x="70757" y="1"/>
                </a:moveTo>
                <a:cubicBezTo>
                  <a:pt x="31684" y="1"/>
                  <a:pt x="1" y="31684"/>
                  <a:pt x="1" y="70771"/>
                </a:cubicBezTo>
                <a:cubicBezTo>
                  <a:pt x="1" y="109844"/>
                  <a:pt x="31684" y="141527"/>
                  <a:pt x="70757" y="141527"/>
                </a:cubicBezTo>
                <a:cubicBezTo>
                  <a:pt x="109844" y="141527"/>
                  <a:pt x="141528" y="109844"/>
                  <a:pt x="141528" y="70771"/>
                </a:cubicBezTo>
                <a:cubicBezTo>
                  <a:pt x="141528" y="31684"/>
                  <a:pt x="109844" y="1"/>
                  <a:pt x="707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82943" y="-272454"/>
            <a:ext cx="919533" cy="965720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 rot="543">
            <a:off x="5822325" y="2381900"/>
            <a:ext cx="1898100" cy="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6117375" y="1176956"/>
            <a:ext cx="13080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12400">
                <a:latin typeface="Maven Pro Black"/>
                <a:ea typeface="Maven Pro Black"/>
                <a:cs typeface="Maven Pro Black"/>
                <a:sym typeface="Maven Pr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5571975" y="3255544"/>
            <a:ext cx="23988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3428325" y="4705949"/>
            <a:ext cx="1967283" cy="1967123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1851044" y="2550770"/>
            <a:ext cx="234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1760744" y="2959650"/>
            <a:ext cx="2526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4856950" y="2959650"/>
            <a:ext cx="2526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 idx="3"/>
          </p:nvPr>
        </p:nvSpPr>
        <p:spPr>
          <a:xfrm>
            <a:off x="4947250" y="2550770"/>
            <a:ext cx="234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24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499825" y="2734022"/>
            <a:ext cx="814379" cy="81437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5653850" y="-2602475"/>
            <a:ext cx="3724710" cy="3724408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95033" y="-89128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727597" y="3850866"/>
            <a:ext cx="358833" cy="358833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-2066925" y="1807501"/>
            <a:ext cx="2707077" cy="2707058"/>
          </a:xfrm>
          <a:custGeom>
            <a:avLst/>
            <a:gdLst/>
            <a:ahLst/>
            <a:cxnLst/>
            <a:rect l="l" t="t" r="r" b="b"/>
            <a:pathLst>
              <a:path w="141528" h="141527" extrusionOk="0">
                <a:moveTo>
                  <a:pt x="70757" y="1"/>
                </a:moveTo>
                <a:cubicBezTo>
                  <a:pt x="31684" y="1"/>
                  <a:pt x="1" y="31684"/>
                  <a:pt x="1" y="70771"/>
                </a:cubicBezTo>
                <a:cubicBezTo>
                  <a:pt x="1" y="109844"/>
                  <a:pt x="31684" y="141527"/>
                  <a:pt x="70757" y="141527"/>
                </a:cubicBezTo>
                <a:cubicBezTo>
                  <a:pt x="109844" y="141527"/>
                  <a:pt x="141528" y="109844"/>
                  <a:pt x="141528" y="70771"/>
                </a:cubicBezTo>
                <a:cubicBezTo>
                  <a:pt x="141528" y="31684"/>
                  <a:pt x="109844" y="1"/>
                  <a:pt x="7075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-146119" y="3390418"/>
            <a:ext cx="972085" cy="972007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4"/>
          </p:nvPr>
        </p:nvSpPr>
        <p:spPr>
          <a:xfrm>
            <a:off x="615700" y="574525"/>
            <a:ext cx="7238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-1043271" y="-1173275"/>
            <a:ext cx="1780539" cy="1780394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7259727" y="-1328376"/>
            <a:ext cx="2090361" cy="2090600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-120317" y="4054972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-120317" y="4710735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8307488" y="4293323"/>
            <a:ext cx="1119840" cy="1119832"/>
          </a:xfrm>
          <a:custGeom>
            <a:avLst/>
            <a:gdLst/>
            <a:ahLst/>
            <a:cxnLst/>
            <a:rect l="l" t="t" r="r" b="b"/>
            <a:pathLst>
              <a:path w="141528" h="141527" extrusionOk="0">
                <a:moveTo>
                  <a:pt x="70757" y="1"/>
                </a:moveTo>
                <a:cubicBezTo>
                  <a:pt x="31684" y="1"/>
                  <a:pt x="1" y="31684"/>
                  <a:pt x="1" y="70771"/>
                </a:cubicBezTo>
                <a:cubicBezTo>
                  <a:pt x="1" y="109844"/>
                  <a:pt x="31684" y="141527"/>
                  <a:pt x="70757" y="141527"/>
                </a:cubicBezTo>
                <a:cubicBezTo>
                  <a:pt x="109844" y="141527"/>
                  <a:pt x="141528" y="109844"/>
                  <a:pt x="141528" y="70771"/>
                </a:cubicBezTo>
                <a:cubicBezTo>
                  <a:pt x="141528" y="31684"/>
                  <a:pt x="109844" y="1"/>
                  <a:pt x="707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8384725" y="411900"/>
            <a:ext cx="965368" cy="965368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615700" y="574525"/>
            <a:ext cx="7238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3128250" y="3321925"/>
            <a:ext cx="2887500" cy="40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ubTitle" idx="1"/>
          </p:nvPr>
        </p:nvSpPr>
        <p:spPr>
          <a:xfrm>
            <a:off x="1345200" y="1906050"/>
            <a:ext cx="6453600" cy="13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R="2286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8170900" y="4165938"/>
            <a:ext cx="1172275" cy="1172275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7186650" y="-1993975"/>
            <a:ext cx="3376183" cy="3375909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-1539100" y="3241241"/>
            <a:ext cx="2495876" cy="2495855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 rot="5400000">
            <a:off x="694707" y="166177"/>
            <a:ext cx="650495" cy="650495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8"/>
          <p:cNvSpPr/>
          <p:nvPr/>
        </p:nvSpPr>
        <p:spPr>
          <a:xfrm rot="5400000">
            <a:off x="-131186" y="166177"/>
            <a:ext cx="650495" cy="650495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1464448" y="4792162"/>
            <a:ext cx="469027" cy="469027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201650" y="-136975"/>
            <a:ext cx="433859" cy="43385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7534325" y="-1320740"/>
            <a:ext cx="2495158" cy="2494956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-859931" y="3779456"/>
            <a:ext cx="1810421" cy="1810628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6789196" y="-136965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830741" y="-136975"/>
            <a:ext cx="433859" cy="43385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"/>
          <p:cNvSpPr/>
          <p:nvPr/>
        </p:nvSpPr>
        <p:spPr>
          <a:xfrm>
            <a:off x="8164124" y="4312698"/>
            <a:ext cx="1626511" cy="1626499"/>
          </a:xfrm>
          <a:custGeom>
            <a:avLst/>
            <a:gdLst/>
            <a:ahLst/>
            <a:cxnLst/>
            <a:rect l="l" t="t" r="r" b="b"/>
            <a:pathLst>
              <a:path w="141528" h="141527" extrusionOk="0">
                <a:moveTo>
                  <a:pt x="70757" y="1"/>
                </a:moveTo>
                <a:cubicBezTo>
                  <a:pt x="31684" y="1"/>
                  <a:pt x="1" y="31684"/>
                  <a:pt x="1" y="70771"/>
                </a:cubicBezTo>
                <a:cubicBezTo>
                  <a:pt x="1" y="109844"/>
                  <a:pt x="31684" y="141527"/>
                  <a:pt x="70757" y="141527"/>
                </a:cubicBezTo>
                <a:cubicBezTo>
                  <a:pt x="109844" y="141527"/>
                  <a:pt x="141528" y="109844"/>
                  <a:pt x="141528" y="70771"/>
                </a:cubicBezTo>
                <a:cubicBezTo>
                  <a:pt x="141528" y="31684"/>
                  <a:pt x="109844" y="1"/>
                  <a:pt x="7075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7924528" y="4584425"/>
            <a:ext cx="433859" cy="43385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ONLY_1_1">
    <p:bg>
      <p:bgPr>
        <a:solidFill>
          <a:schemeClr val="dk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>
            <a:spLocks noGrp="1"/>
          </p:cNvSpPr>
          <p:nvPr>
            <p:ph type="title"/>
          </p:nvPr>
        </p:nvSpPr>
        <p:spPr>
          <a:xfrm>
            <a:off x="2871873" y="1528025"/>
            <a:ext cx="15510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1"/>
          </p:nvPr>
        </p:nvSpPr>
        <p:spPr>
          <a:xfrm>
            <a:off x="2871875" y="1817500"/>
            <a:ext cx="24180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 idx="2"/>
          </p:nvPr>
        </p:nvSpPr>
        <p:spPr>
          <a:xfrm>
            <a:off x="2871880" y="2565286"/>
            <a:ext cx="15510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subTitle" idx="3"/>
          </p:nvPr>
        </p:nvSpPr>
        <p:spPr>
          <a:xfrm>
            <a:off x="2871875" y="2855475"/>
            <a:ext cx="24180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title" idx="4"/>
          </p:nvPr>
        </p:nvSpPr>
        <p:spPr>
          <a:xfrm>
            <a:off x="2871873" y="3602578"/>
            <a:ext cx="15510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subTitle" idx="5"/>
          </p:nvPr>
        </p:nvSpPr>
        <p:spPr>
          <a:xfrm>
            <a:off x="2871875" y="3892775"/>
            <a:ext cx="24180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 idx="6"/>
          </p:nvPr>
        </p:nvSpPr>
        <p:spPr>
          <a:xfrm>
            <a:off x="6140623" y="1526100"/>
            <a:ext cx="15510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7"/>
          </p:nvPr>
        </p:nvSpPr>
        <p:spPr>
          <a:xfrm>
            <a:off x="6140625" y="1816275"/>
            <a:ext cx="24180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title" idx="8"/>
          </p:nvPr>
        </p:nvSpPr>
        <p:spPr>
          <a:xfrm>
            <a:off x="6140623" y="2565284"/>
            <a:ext cx="15510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9"/>
          </p:nvPr>
        </p:nvSpPr>
        <p:spPr>
          <a:xfrm>
            <a:off x="6140625" y="2855475"/>
            <a:ext cx="24180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 idx="13"/>
          </p:nvPr>
        </p:nvSpPr>
        <p:spPr>
          <a:xfrm>
            <a:off x="6140623" y="3602578"/>
            <a:ext cx="15510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subTitle" idx="14"/>
          </p:nvPr>
        </p:nvSpPr>
        <p:spPr>
          <a:xfrm>
            <a:off x="6140625" y="3892775"/>
            <a:ext cx="24180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 idx="15" hasCustomPrompt="1"/>
          </p:nvPr>
        </p:nvSpPr>
        <p:spPr>
          <a:xfrm>
            <a:off x="2323220" y="1697925"/>
            <a:ext cx="477600" cy="3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t>xx%</a:t>
            </a:r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16" hasCustomPrompt="1"/>
          </p:nvPr>
        </p:nvSpPr>
        <p:spPr>
          <a:xfrm>
            <a:off x="2323220" y="2730992"/>
            <a:ext cx="477600" cy="3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6"/>
          <p:cNvSpPr txBox="1">
            <a:spLocks noGrp="1"/>
          </p:cNvSpPr>
          <p:nvPr>
            <p:ph type="title" idx="17" hasCustomPrompt="1"/>
          </p:nvPr>
        </p:nvSpPr>
        <p:spPr>
          <a:xfrm>
            <a:off x="2323220" y="3769600"/>
            <a:ext cx="477600" cy="3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t>xx%</a:t>
            </a:r>
          </a:p>
        </p:txBody>
      </p:sp>
      <p:sp>
        <p:nvSpPr>
          <p:cNvPr id="158" name="Google Shape;158;p16"/>
          <p:cNvSpPr txBox="1">
            <a:spLocks noGrp="1"/>
          </p:cNvSpPr>
          <p:nvPr>
            <p:ph type="title" idx="18" hasCustomPrompt="1"/>
          </p:nvPr>
        </p:nvSpPr>
        <p:spPr>
          <a:xfrm>
            <a:off x="5586920" y="1695050"/>
            <a:ext cx="477600" cy="3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16"/>
          <p:cNvSpPr txBox="1">
            <a:spLocks noGrp="1"/>
          </p:cNvSpPr>
          <p:nvPr>
            <p:ph type="title" idx="19" hasCustomPrompt="1"/>
          </p:nvPr>
        </p:nvSpPr>
        <p:spPr>
          <a:xfrm>
            <a:off x="5586920" y="2736519"/>
            <a:ext cx="477600" cy="3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t>xx%</a:t>
            </a:r>
          </a:p>
        </p:txBody>
      </p:sp>
      <p:sp>
        <p:nvSpPr>
          <p:cNvPr id="160" name="Google Shape;160;p16"/>
          <p:cNvSpPr txBox="1">
            <a:spLocks noGrp="1"/>
          </p:cNvSpPr>
          <p:nvPr>
            <p:ph type="title" idx="20" hasCustomPrompt="1"/>
          </p:nvPr>
        </p:nvSpPr>
        <p:spPr>
          <a:xfrm>
            <a:off x="5586920" y="3769600"/>
            <a:ext cx="477600" cy="3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t>xx%</a:t>
            </a:r>
          </a:p>
        </p:txBody>
      </p:sp>
      <p:sp>
        <p:nvSpPr>
          <p:cNvPr id="161" name="Google Shape;161;p16"/>
          <p:cNvSpPr/>
          <p:nvPr/>
        </p:nvSpPr>
        <p:spPr>
          <a:xfrm>
            <a:off x="-1512000" y="2639628"/>
            <a:ext cx="2771114" cy="2770889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7714900" y="-1485778"/>
            <a:ext cx="2714866" cy="2715176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6"/>
          <p:cNvSpPr/>
          <p:nvPr/>
        </p:nvSpPr>
        <p:spPr>
          <a:xfrm rot="-5400000">
            <a:off x="8000515" y="4667239"/>
            <a:ext cx="420261" cy="420261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"/>
          <p:cNvSpPr/>
          <p:nvPr/>
        </p:nvSpPr>
        <p:spPr>
          <a:xfrm rot="-5400000">
            <a:off x="8534134" y="4667239"/>
            <a:ext cx="420261" cy="420261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6721013" y="-173937"/>
            <a:ext cx="658115" cy="658115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-355300" y="-173916"/>
            <a:ext cx="658105" cy="658101"/>
          </a:xfrm>
          <a:custGeom>
            <a:avLst/>
            <a:gdLst/>
            <a:ahLst/>
            <a:cxnLst/>
            <a:rect l="l" t="t" r="r" b="b"/>
            <a:pathLst>
              <a:path w="141528" h="141527" extrusionOk="0">
                <a:moveTo>
                  <a:pt x="70757" y="1"/>
                </a:moveTo>
                <a:cubicBezTo>
                  <a:pt x="31684" y="1"/>
                  <a:pt x="1" y="31684"/>
                  <a:pt x="1" y="70771"/>
                </a:cubicBezTo>
                <a:cubicBezTo>
                  <a:pt x="1" y="109844"/>
                  <a:pt x="31684" y="141527"/>
                  <a:pt x="70757" y="141527"/>
                </a:cubicBezTo>
                <a:cubicBezTo>
                  <a:pt x="109844" y="141527"/>
                  <a:pt x="141528" y="109844"/>
                  <a:pt x="141528" y="70771"/>
                </a:cubicBezTo>
                <a:cubicBezTo>
                  <a:pt x="141528" y="31684"/>
                  <a:pt x="109844" y="1"/>
                  <a:pt x="707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 idx="21"/>
          </p:nvPr>
        </p:nvSpPr>
        <p:spPr>
          <a:xfrm>
            <a:off x="615700" y="574525"/>
            <a:ext cx="7238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">
    <p:bg>
      <p:bgPr>
        <a:solidFill>
          <a:schemeClr val="dk2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/>
          <p:nvPr/>
        </p:nvSpPr>
        <p:spPr>
          <a:xfrm>
            <a:off x="8482050" y="3728775"/>
            <a:ext cx="1172275" cy="1172275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4426525" y="-3121875"/>
            <a:ext cx="4622375" cy="4622000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1748950" y="4332174"/>
            <a:ext cx="1985920" cy="1986146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243733" y="90447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902858" y="90447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1514700" y="4441951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7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/>
          <p:nvPr/>
        </p:nvSpPr>
        <p:spPr>
          <a:xfrm>
            <a:off x="478425" y="4034800"/>
            <a:ext cx="1172275" cy="1172275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-3356000" y="0"/>
            <a:ext cx="4622375" cy="4622000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6662825" y="-705401"/>
            <a:ext cx="1985920" cy="1986146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8"/>
          <p:cNvSpPr/>
          <p:nvPr/>
        </p:nvSpPr>
        <p:spPr>
          <a:xfrm rot="5400000">
            <a:off x="8378400" y="3542178"/>
            <a:ext cx="644400" cy="644400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8"/>
          <p:cNvSpPr/>
          <p:nvPr/>
        </p:nvSpPr>
        <p:spPr>
          <a:xfrm rot="5400000">
            <a:off x="8378400" y="4364532"/>
            <a:ext cx="644400" cy="644400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">
    <p:bg>
      <p:bgPr>
        <a:solidFill>
          <a:schemeClr val="dk2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/>
          <p:nvPr/>
        </p:nvSpPr>
        <p:spPr>
          <a:xfrm>
            <a:off x="201650" y="-136975"/>
            <a:ext cx="433859" cy="43385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7497850" y="-1581265"/>
            <a:ext cx="2495158" cy="2494956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-859931" y="3779456"/>
            <a:ext cx="1810421" cy="1810628"/>
          </a:xfrm>
          <a:custGeom>
            <a:avLst/>
            <a:gdLst/>
            <a:ahLst/>
            <a:cxnLst/>
            <a:rect l="l" t="t" r="r" b="b"/>
            <a:pathLst>
              <a:path w="122512" h="122526" extrusionOk="0">
                <a:moveTo>
                  <a:pt x="61256" y="30785"/>
                </a:moveTo>
                <a:cubicBezTo>
                  <a:pt x="78089" y="30785"/>
                  <a:pt x="91727" y="44437"/>
                  <a:pt x="91727" y="61270"/>
                </a:cubicBezTo>
                <a:cubicBezTo>
                  <a:pt x="91727" y="78103"/>
                  <a:pt x="78089" y="91741"/>
                  <a:pt x="61256" y="91741"/>
                </a:cubicBezTo>
                <a:cubicBezTo>
                  <a:pt x="44423" y="91741"/>
                  <a:pt x="30771" y="78103"/>
                  <a:pt x="30771" y="61270"/>
                </a:cubicBezTo>
                <a:cubicBezTo>
                  <a:pt x="30771" y="44437"/>
                  <a:pt x="44423" y="30785"/>
                  <a:pt x="61256" y="30785"/>
                </a:cubicBezTo>
                <a:close/>
                <a:moveTo>
                  <a:pt x="61256" y="1"/>
                </a:moveTo>
                <a:cubicBezTo>
                  <a:pt x="27418" y="1"/>
                  <a:pt x="0" y="27433"/>
                  <a:pt x="0" y="61270"/>
                </a:cubicBezTo>
                <a:cubicBezTo>
                  <a:pt x="0" y="95093"/>
                  <a:pt x="27418" y="122525"/>
                  <a:pt x="61256" y="122525"/>
                </a:cubicBezTo>
                <a:cubicBezTo>
                  <a:pt x="95093" y="122525"/>
                  <a:pt x="122512" y="95093"/>
                  <a:pt x="122512" y="61270"/>
                </a:cubicBezTo>
                <a:cubicBezTo>
                  <a:pt x="122512" y="27433"/>
                  <a:pt x="95093" y="1"/>
                  <a:pt x="612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6789196" y="-136965"/>
            <a:ext cx="516504" cy="516504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830741" y="-136975"/>
            <a:ext cx="433859" cy="43385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8516449" y="4519398"/>
            <a:ext cx="1626511" cy="1626499"/>
          </a:xfrm>
          <a:custGeom>
            <a:avLst/>
            <a:gdLst/>
            <a:ahLst/>
            <a:cxnLst/>
            <a:rect l="l" t="t" r="r" b="b"/>
            <a:pathLst>
              <a:path w="141528" h="141527" extrusionOk="0">
                <a:moveTo>
                  <a:pt x="70757" y="1"/>
                </a:moveTo>
                <a:cubicBezTo>
                  <a:pt x="31684" y="1"/>
                  <a:pt x="1" y="31684"/>
                  <a:pt x="1" y="70771"/>
                </a:cubicBezTo>
                <a:cubicBezTo>
                  <a:pt x="1" y="109844"/>
                  <a:pt x="31684" y="141527"/>
                  <a:pt x="70757" y="141527"/>
                </a:cubicBezTo>
                <a:cubicBezTo>
                  <a:pt x="109844" y="141527"/>
                  <a:pt x="141528" y="109844"/>
                  <a:pt x="141528" y="70771"/>
                </a:cubicBezTo>
                <a:cubicBezTo>
                  <a:pt x="141528" y="31684"/>
                  <a:pt x="109844" y="1"/>
                  <a:pt x="7075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7854403" y="4709650"/>
            <a:ext cx="433859" cy="43385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0"/>
          <p:cNvSpPr txBox="1">
            <a:spLocks noGrp="1"/>
          </p:cNvSpPr>
          <p:nvPr>
            <p:ph type="title"/>
          </p:nvPr>
        </p:nvSpPr>
        <p:spPr>
          <a:xfrm>
            <a:off x="615700" y="574525"/>
            <a:ext cx="7238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7">
    <p:bg>
      <p:bgPr>
        <a:solidFill>
          <a:schemeClr val="dk2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/>
          <p:nvPr/>
        </p:nvSpPr>
        <p:spPr>
          <a:xfrm>
            <a:off x="117700" y="-36827"/>
            <a:ext cx="375949" cy="37594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1"/>
          <p:cNvSpPr/>
          <p:nvPr/>
        </p:nvSpPr>
        <p:spPr>
          <a:xfrm>
            <a:off x="7182865" y="-2314675"/>
            <a:ext cx="3243983" cy="3243720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1"/>
          <p:cNvSpPr/>
          <p:nvPr/>
        </p:nvSpPr>
        <p:spPr>
          <a:xfrm>
            <a:off x="8031775" y="4195901"/>
            <a:ext cx="2707077" cy="2707058"/>
          </a:xfrm>
          <a:custGeom>
            <a:avLst/>
            <a:gdLst/>
            <a:ahLst/>
            <a:cxnLst/>
            <a:rect l="l" t="t" r="r" b="b"/>
            <a:pathLst>
              <a:path w="141528" h="141527" extrusionOk="0">
                <a:moveTo>
                  <a:pt x="70757" y="1"/>
                </a:moveTo>
                <a:cubicBezTo>
                  <a:pt x="31684" y="1"/>
                  <a:pt x="1" y="31684"/>
                  <a:pt x="1" y="70771"/>
                </a:cubicBezTo>
                <a:cubicBezTo>
                  <a:pt x="1" y="109844"/>
                  <a:pt x="31684" y="141527"/>
                  <a:pt x="70757" y="141527"/>
                </a:cubicBezTo>
                <a:cubicBezTo>
                  <a:pt x="109844" y="141527"/>
                  <a:pt x="141528" y="109844"/>
                  <a:pt x="141528" y="70771"/>
                </a:cubicBezTo>
                <a:cubicBezTo>
                  <a:pt x="141528" y="31684"/>
                  <a:pt x="109844" y="1"/>
                  <a:pt x="707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1"/>
          <p:cNvSpPr/>
          <p:nvPr/>
        </p:nvSpPr>
        <p:spPr>
          <a:xfrm>
            <a:off x="-204975" y="4390875"/>
            <a:ext cx="969312" cy="972007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587875" y="-36827"/>
            <a:ext cx="375949" cy="37594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1"/>
          <p:cNvSpPr txBox="1">
            <a:spLocks noGrp="1"/>
          </p:cNvSpPr>
          <p:nvPr>
            <p:ph type="title"/>
          </p:nvPr>
        </p:nvSpPr>
        <p:spPr>
          <a:xfrm>
            <a:off x="615700" y="574525"/>
            <a:ext cx="7238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34"/>
          <p:cNvSpPr txBox="1">
            <a:spLocks noGrp="1"/>
          </p:cNvSpPr>
          <p:nvPr>
            <p:ph type="body" idx="1"/>
          </p:nvPr>
        </p:nvSpPr>
        <p:spPr>
          <a:xfrm>
            <a:off x="650650" y="1293125"/>
            <a:ext cx="6169500" cy="23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300"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7808911" y="-1468575"/>
            <a:ext cx="2946302" cy="2946063"/>
          </a:xfrm>
          <a:custGeom>
            <a:avLst/>
            <a:gdLst/>
            <a:ahLst/>
            <a:cxnLst/>
            <a:rect l="l" t="t" r="r" b="b"/>
            <a:pathLst>
              <a:path w="184895" h="184880" extrusionOk="0">
                <a:moveTo>
                  <a:pt x="92440" y="29145"/>
                </a:moveTo>
                <a:cubicBezTo>
                  <a:pt x="127405" y="29145"/>
                  <a:pt x="155750" y="57476"/>
                  <a:pt x="155750" y="92440"/>
                </a:cubicBezTo>
                <a:cubicBezTo>
                  <a:pt x="155750" y="127404"/>
                  <a:pt x="127405" y="155735"/>
                  <a:pt x="92440" y="155735"/>
                </a:cubicBezTo>
                <a:cubicBezTo>
                  <a:pt x="57490" y="155735"/>
                  <a:pt x="29145" y="127404"/>
                  <a:pt x="29145" y="92440"/>
                </a:cubicBezTo>
                <a:cubicBezTo>
                  <a:pt x="29145" y="57476"/>
                  <a:pt x="57490" y="29145"/>
                  <a:pt x="92440" y="29145"/>
                </a:cubicBezTo>
                <a:close/>
                <a:moveTo>
                  <a:pt x="92440" y="1"/>
                </a:moveTo>
                <a:cubicBezTo>
                  <a:pt x="41384" y="1"/>
                  <a:pt x="1" y="41384"/>
                  <a:pt x="1" y="92440"/>
                </a:cubicBezTo>
                <a:cubicBezTo>
                  <a:pt x="1" y="143496"/>
                  <a:pt x="41384" y="184879"/>
                  <a:pt x="92440" y="184879"/>
                </a:cubicBezTo>
                <a:cubicBezTo>
                  <a:pt x="143496" y="184879"/>
                  <a:pt x="184894" y="143496"/>
                  <a:pt x="184894" y="92440"/>
                </a:cubicBezTo>
                <a:cubicBezTo>
                  <a:pt x="184894" y="41384"/>
                  <a:pt x="143496" y="1"/>
                  <a:pt x="924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4"/>
          <p:cNvSpPr/>
          <p:nvPr/>
        </p:nvSpPr>
        <p:spPr>
          <a:xfrm>
            <a:off x="8222701" y="3462875"/>
            <a:ext cx="867249" cy="86724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8222701" y="4563723"/>
            <a:ext cx="867249" cy="86724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4"/>
          <p:cNvSpPr/>
          <p:nvPr/>
        </p:nvSpPr>
        <p:spPr>
          <a:xfrm>
            <a:off x="-216600" y="4189581"/>
            <a:ext cx="867249" cy="867249"/>
          </a:xfrm>
          <a:custGeom>
            <a:avLst/>
            <a:gdLst/>
            <a:ahLst/>
            <a:cxnLst/>
            <a:rect l="l" t="t" r="r" b="b"/>
            <a:pathLst>
              <a:path w="46891" h="46891" extrusionOk="0">
                <a:moveTo>
                  <a:pt x="10014" y="0"/>
                </a:moveTo>
                <a:lnTo>
                  <a:pt x="0" y="10029"/>
                </a:lnTo>
                <a:lnTo>
                  <a:pt x="13424" y="23452"/>
                </a:lnTo>
                <a:lnTo>
                  <a:pt x="0" y="36876"/>
                </a:lnTo>
                <a:lnTo>
                  <a:pt x="10014" y="46890"/>
                </a:lnTo>
                <a:lnTo>
                  <a:pt x="23438" y="33466"/>
                </a:lnTo>
                <a:lnTo>
                  <a:pt x="36862" y="46890"/>
                </a:lnTo>
                <a:lnTo>
                  <a:pt x="46890" y="36876"/>
                </a:lnTo>
                <a:lnTo>
                  <a:pt x="33467" y="23452"/>
                </a:lnTo>
                <a:lnTo>
                  <a:pt x="46890" y="10029"/>
                </a:lnTo>
                <a:lnTo>
                  <a:pt x="36862" y="0"/>
                </a:lnTo>
                <a:lnTo>
                  <a:pt x="23438" y="13438"/>
                </a:lnTo>
                <a:lnTo>
                  <a:pt x="100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-307228" y="-186498"/>
            <a:ext cx="774512" cy="774153"/>
          </a:xfrm>
          <a:custGeom>
            <a:avLst/>
            <a:gdLst/>
            <a:ahLst/>
            <a:cxnLst/>
            <a:rect l="l" t="t" r="r" b="b"/>
            <a:pathLst>
              <a:path w="141528" h="141527" extrusionOk="0">
                <a:moveTo>
                  <a:pt x="70757" y="1"/>
                </a:moveTo>
                <a:cubicBezTo>
                  <a:pt x="31684" y="1"/>
                  <a:pt x="1" y="31684"/>
                  <a:pt x="1" y="70771"/>
                </a:cubicBezTo>
                <a:cubicBezTo>
                  <a:pt x="1" y="109844"/>
                  <a:pt x="31684" y="141527"/>
                  <a:pt x="70757" y="141527"/>
                </a:cubicBezTo>
                <a:cubicBezTo>
                  <a:pt x="109844" y="141527"/>
                  <a:pt x="141528" y="109844"/>
                  <a:pt x="141528" y="70771"/>
                </a:cubicBezTo>
                <a:cubicBezTo>
                  <a:pt x="141528" y="31684"/>
                  <a:pt x="109844" y="1"/>
                  <a:pt x="707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4"/>
          <p:cNvSpPr txBox="1">
            <a:spLocks noGrp="1"/>
          </p:cNvSpPr>
          <p:nvPr>
            <p:ph type="title"/>
          </p:nvPr>
        </p:nvSpPr>
        <p:spPr>
          <a:xfrm>
            <a:off x="615700" y="574525"/>
            <a:ext cx="7238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45275" y="297525"/>
            <a:ext cx="7339800" cy="11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aven Pro SemiBold"/>
              <a:buNone/>
              <a:defRPr sz="3600">
                <a:solidFill>
                  <a:schemeClr val="lt2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aven Pro SemiBold"/>
              <a:buNone/>
              <a:defRPr sz="36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aven Pro SemiBold"/>
              <a:buNone/>
              <a:defRPr sz="36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aven Pro SemiBold"/>
              <a:buNone/>
              <a:defRPr sz="36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aven Pro SemiBold"/>
              <a:buNone/>
              <a:defRPr sz="36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aven Pro SemiBold"/>
              <a:buNone/>
              <a:defRPr sz="36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aven Pro SemiBold"/>
              <a:buNone/>
              <a:defRPr sz="36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aven Pro SemiBold"/>
              <a:buNone/>
              <a:defRPr sz="36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aven Pro SemiBold"/>
              <a:buNone/>
              <a:defRPr sz="36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51425" y="2608250"/>
            <a:ext cx="6858000" cy="16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8" r:id="rId7"/>
    <p:sldLayoutId id="2147483662" r:id="rId8"/>
    <p:sldLayoutId id="2147483673" r:id="rId9"/>
    <p:sldLayoutId id="2147483674" r:id="rId10"/>
    <p:sldLayoutId id="2147483676" r:id="rId11"/>
    <p:sldLayoutId id="2147483677" r:id="rId12"/>
    <p:sldLayoutId id="214748368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/>
          <p:nvPr/>
        </p:nvSpPr>
        <p:spPr>
          <a:xfrm>
            <a:off x="619682" y="1574395"/>
            <a:ext cx="2747306" cy="2747305"/>
          </a:xfrm>
          <a:prstGeom prst="ellipse">
            <a:avLst/>
          </a:prstGeom>
          <a:solidFill>
            <a:srgbClr val="80E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58;p41">
            <a:extLst>
              <a:ext uri="{FF2B5EF4-FFF2-40B4-BE49-F238E27FC236}">
                <a16:creationId xmlns:a16="http://schemas.microsoft.com/office/drawing/2014/main" id="{046DF955-4934-1A1B-26C7-158E228A4DBB}"/>
              </a:ext>
            </a:extLst>
          </p:cNvPr>
          <p:cNvSpPr txBox="1">
            <a:spLocks/>
          </p:cNvSpPr>
          <p:nvPr/>
        </p:nvSpPr>
        <p:spPr>
          <a:xfrm>
            <a:off x="4285423" y="2792824"/>
            <a:ext cx="3524458" cy="166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6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r>
              <a:rPr lang="en-IN" sz="1400" b="1" dirty="0"/>
              <a:t>Python Sem 1 Project</a:t>
            </a:r>
          </a:p>
          <a:p>
            <a:r>
              <a:rPr lang="en-IN" sz="1400" b="1" dirty="0"/>
              <a:t>Team Members: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Sarvesh Kolapkar (27)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Sagar Kirpekar (18)</a:t>
            </a:r>
          </a:p>
          <a:p>
            <a:r>
              <a:rPr lang="en-IN" sz="1400" b="1" dirty="0"/>
              <a:t>Class:</a:t>
            </a:r>
            <a:r>
              <a:rPr lang="en-IN" sz="1400" dirty="0"/>
              <a:t> MCA-FY-B</a:t>
            </a:r>
            <a:br>
              <a:rPr lang="en-IN" sz="1400" dirty="0"/>
            </a:br>
            <a:r>
              <a:rPr lang="en-IN" sz="1400" b="1" dirty="0"/>
              <a:t>Guided By:</a:t>
            </a:r>
            <a:r>
              <a:rPr lang="en-IN" sz="1400" dirty="0"/>
              <a:t> Dr. Kamlesh Meshram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81A98-8D15-4B04-470F-EB85A05FFEF4}"/>
              </a:ext>
            </a:extLst>
          </p:cNvPr>
          <p:cNvSpPr txBox="1"/>
          <p:nvPr/>
        </p:nvSpPr>
        <p:spPr>
          <a:xfrm>
            <a:off x="2055681" y="998147"/>
            <a:ext cx="5032638" cy="83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0" indent="-6350" algn="ctr">
              <a:lnSpc>
                <a:spcPct val="109000"/>
              </a:lnSpc>
              <a:spcAft>
                <a:spcPts val="235"/>
              </a:spcAft>
            </a:pPr>
            <a:r>
              <a:rPr lang="en-IN" sz="1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SCHOOL OF ENGINEERING &amp; TECHNOLOGY</a:t>
            </a:r>
            <a:endParaRPr lang="en-IN" sz="12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0650" indent="-6350" algn="ctr">
              <a:lnSpc>
                <a:spcPct val="109000"/>
              </a:lnSpc>
              <a:spcAft>
                <a:spcPts val="235"/>
              </a:spcAft>
            </a:pPr>
            <a:r>
              <a:rPr lang="en-IN" sz="1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MCA</a:t>
            </a:r>
            <a:endParaRPr lang="en-IN" sz="12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0650" indent="-6350" algn="ctr">
              <a:lnSpc>
                <a:spcPct val="109000"/>
              </a:lnSpc>
              <a:spcAft>
                <a:spcPts val="235"/>
              </a:spcAft>
            </a:pPr>
            <a:r>
              <a:rPr lang="en-IN" sz="1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ACADEMIC YEAR: - 2024-25(ODD SEM.)</a:t>
            </a:r>
            <a:endParaRPr lang="en-IN" sz="12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5C753-721B-04CD-FB9E-5C9DD1343A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28775" y="98309"/>
            <a:ext cx="5886450" cy="828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7BAEC2-3F88-C9B5-FC65-AB6F353D2A67}"/>
              </a:ext>
            </a:extLst>
          </p:cNvPr>
          <p:cNvSpPr txBox="1"/>
          <p:nvPr/>
        </p:nvSpPr>
        <p:spPr>
          <a:xfrm>
            <a:off x="3096348" y="2010556"/>
            <a:ext cx="2951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3"/>
                </a:solidFill>
              </a:rPr>
              <a:t>EventEase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"/>
          <p:cNvSpPr txBox="1">
            <a:spLocks noGrp="1"/>
          </p:cNvSpPr>
          <p:nvPr>
            <p:ph type="title"/>
          </p:nvPr>
        </p:nvSpPr>
        <p:spPr>
          <a:xfrm>
            <a:off x="615700" y="574525"/>
            <a:ext cx="7238700" cy="363600"/>
          </a:xfrm>
          <a:prstGeom prst="rect">
            <a:avLst/>
          </a:prstGeom>
        </p:spPr>
        <p:txBody>
          <a:bodyPr spcFirstLastPara="1" wrap="square" lIns="91425" tIns="91425" rIns="289625" bIns="10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" name="Google Shape;408;p40">
            <a:extLst>
              <a:ext uri="{FF2B5EF4-FFF2-40B4-BE49-F238E27FC236}">
                <a16:creationId xmlns:a16="http://schemas.microsoft.com/office/drawing/2014/main" id="{88C956BA-8C68-3CC0-2ADE-BDB7350A3AC7}"/>
              </a:ext>
            </a:extLst>
          </p:cNvPr>
          <p:cNvSpPr txBox="1">
            <a:spLocks/>
          </p:cNvSpPr>
          <p:nvPr/>
        </p:nvSpPr>
        <p:spPr>
          <a:xfrm>
            <a:off x="1066193" y="1164517"/>
            <a:ext cx="6337714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3"/>
                </a:solidFill>
                <a:latin typeface="Carme"/>
                <a:ea typeface="Carme"/>
                <a:cs typeface="Carme"/>
                <a:sym typeface="Carme"/>
              </a:rPr>
              <a:t>EventEase is an online event booking &amp; management website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ADA88E7-AD10-56A6-ABEB-B336C8CEF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191" y="1964089"/>
            <a:ext cx="777775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Simplifies event planning for various occasions.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Services: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photography, venue selection, decoration,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sound, anchoring, and catering.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Target Audience: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for individuals and organizations hosting events.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quality services for a stress-free event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403;p57">
            <a:extLst>
              <a:ext uri="{FF2B5EF4-FFF2-40B4-BE49-F238E27FC236}">
                <a16:creationId xmlns:a16="http://schemas.microsoft.com/office/drawing/2014/main" id="{00005301-05F5-9167-2D8C-E7990B1848EB}"/>
              </a:ext>
            </a:extLst>
          </p:cNvPr>
          <p:cNvSpPr txBox="1">
            <a:spLocks/>
          </p:cNvSpPr>
          <p:nvPr/>
        </p:nvSpPr>
        <p:spPr>
          <a:xfrm>
            <a:off x="547754" y="370856"/>
            <a:ext cx="7238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Maven Pro SemiBold"/>
              <a:buNone/>
              <a:defRPr sz="4600" b="0" i="0" u="none" strike="noStrike" cap="none">
                <a:solidFill>
                  <a:schemeClr val="lt2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l"/>
            <a:r>
              <a:rPr lang="en-IN" dirty="0"/>
              <a:t>Objectives</a:t>
            </a:r>
          </a:p>
        </p:txBody>
      </p:sp>
      <p:sp>
        <p:nvSpPr>
          <p:cNvPr id="7" name="Google Shape;2404;p57">
            <a:extLst>
              <a:ext uri="{FF2B5EF4-FFF2-40B4-BE49-F238E27FC236}">
                <a16:creationId xmlns:a16="http://schemas.microsoft.com/office/drawing/2014/main" id="{318C515D-954D-4C83-EEAF-593CAC2B3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5360" y="1390594"/>
            <a:ext cx="2164112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solving</a:t>
            </a:r>
            <a:endParaRPr dirty="0"/>
          </a:p>
        </p:txBody>
      </p:sp>
      <p:sp>
        <p:nvSpPr>
          <p:cNvPr id="8" name="Google Shape;2405;p57">
            <a:extLst>
              <a:ext uri="{FF2B5EF4-FFF2-40B4-BE49-F238E27FC236}">
                <a16:creationId xmlns:a16="http://schemas.microsoft.com/office/drawing/2014/main" id="{C83A6775-6530-E3E9-FE7A-799128922D5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04046" y="1727155"/>
            <a:ext cx="1903800" cy="997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0" i="0" kern="1200" dirty="0"/>
              <a:t>Address common challenges in event planning and help vendors find clients</a:t>
            </a:r>
            <a:endParaRPr lang="en-IN" kern="1200" dirty="0"/>
          </a:p>
        </p:txBody>
      </p:sp>
      <p:sp>
        <p:nvSpPr>
          <p:cNvPr id="9" name="Google Shape;2406;p57">
            <a:extLst>
              <a:ext uri="{FF2B5EF4-FFF2-40B4-BE49-F238E27FC236}">
                <a16:creationId xmlns:a16="http://schemas.microsoft.com/office/drawing/2014/main" id="{1D0BA10F-4DA7-446A-CE61-4810168E649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91470" y="1401627"/>
            <a:ext cx="2394775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0" kern="1200" dirty="0"/>
              <a:t>Client Acquisition</a:t>
            </a:r>
            <a:r>
              <a:rPr lang="en-US" sz="2000" i="0" kern="1200" dirty="0">
                <a:solidFill>
                  <a:schemeClr val="bg2"/>
                </a:solidFill>
              </a:rPr>
              <a:t>:</a:t>
            </a:r>
            <a:endParaRPr dirty="0"/>
          </a:p>
        </p:txBody>
      </p:sp>
      <p:sp>
        <p:nvSpPr>
          <p:cNvPr id="10" name="Google Shape;2407;p57">
            <a:extLst>
              <a:ext uri="{FF2B5EF4-FFF2-40B4-BE49-F238E27FC236}">
                <a16:creationId xmlns:a16="http://schemas.microsoft.com/office/drawing/2014/main" id="{DAA97ED8-F6ED-96B5-E468-F7A7730BE7A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695529" y="1781186"/>
            <a:ext cx="1903800" cy="997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dirty="0"/>
              <a:t>Assist service providers in gaining exposure to potential clients</a:t>
            </a:r>
            <a:endParaRPr lang="en-IN" sz="1400" kern="1200" dirty="0"/>
          </a:p>
        </p:txBody>
      </p:sp>
      <p:sp>
        <p:nvSpPr>
          <p:cNvPr id="11" name="Google Shape;2408;p57">
            <a:extLst>
              <a:ext uri="{FF2B5EF4-FFF2-40B4-BE49-F238E27FC236}">
                <a16:creationId xmlns:a16="http://schemas.microsoft.com/office/drawing/2014/main" id="{1A043EE3-E201-5EEE-A4D4-655D75262E92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6058243" y="1402722"/>
            <a:ext cx="2339493" cy="390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Feedback System</a:t>
            </a:r>
            <a:endParaRPr sz="2000" dirty="0"/>
          </a:p>
        </p:txBody>
      </p:sp>
      <p:sp>
        <p:nvSpPr>
          <p:cNvPr id="12" name="Google Shape;2409;p57">
            <a:extLst>
              <a:ext uri="{FF2B5EF4-FFF2-40B4-BE49-F238E27FC236}">
                <a16:creationId xmlns:a16="http://schemas.microsoft.com/office/drawing/2014/main" id="{0FE2AE00-3502-CA45-CA7E-02775C3A797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920033" y="1835216"/>
            <a:ext cx="2578508" cy="889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n-US" sz="1400" b="0" i="0" kern="1200" dirty="0"/>
              <a:t>Allow users to leave reviews and share experiences with vendors for future reference</a:t>
            </a:r>
            <a:endParaRPr lang="en-IN" sz="1400" kern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3" name="Google Shape;2410;p57">
            <a:extLst>
              <a:ext uri="{FF2B5EF4-FFF2-40B4-BE49-F238E27FC236}">
                <a16:creationId xmlns:a16="http://schemas.microsoft.com/office/drawing/2014/main" id="{40F5023A-D817-9A4C-4E3E-A88514032D4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2024536" y="3282421"/>
            <a:ext cx="2226699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Budget Tracking</a:t>
            </a:r>
            <a:endParaRPr dirty="0"/>
          </a:p>
        </p:txBody>
      </p:sp>
      <p:sp>
        <p:nvSpPr>
          <p:cNvPr id="14" name="Google Shape;2411;p57">
            <a:extLst>
              <a:ext uri="{FF2B5EF4-FFF2-40B4-BE49-F238E27FC236}">
                <a16:creationId xmlns:a16="http://schemas.microsoft.com/office/drawing/2014/main" id="{534B30E8-396F-B13C-6523-D6D2353DD17F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263304" y="3698953"/>
            <a:ext cx="1903800" cy="9536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0" i="0" kern="1200" dirty="0"/>
              <a:t>Enable users to set  budgets and track expenses throughout the event process</a:t>
            </a:r>
            <a:endParaRPr lang="en-IN" sz="1400" kern="1200" dirty="0"/>
          </a:p>
        </p:txBody>
      </p:sp>
      <p:sp>
        <p:nvSpPr>
          <p:cNvPr id="15" name="Google Shape;2414;p57">
            <a:extLst>
              <a:ext uri="{FF2B5EF4-FFF2-40B4-BE49-F238E27FC236}">
                <a16:creationId xmlns:a16="http://schemas.microsoft.com/office/drawing/2014/main" id="{884E2957-D584-A889-1F08-CDA382378582}"/>
              </a:ext>
            </a:extLst>
          </p:cNvPr>
          <p:cNvSpPr txBox="1">
            <a:spLocks/>
          </p:cNvSpPr>
          <p:nvPr/>
        </p:nvSpPr>
        <p:spPr>
          <a:xfrm>
            <a:off x="4976896" y="3292215"/>
            <a:ext cx="19038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aven Pro SemiBold"/>
              <a:buNone/>
              <a:defRPr sz="1800" b="0" i="0" u="none" strike="noStrike" cap="none">
                <a:solidFill>
                  <a:schemeClr val="accent3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IN" dirty="0"/>
              <a:t>Connecting</a:t>
            </a:r>
          </a:p>
        </p:txBody>
      </p:sp>
      <p:sp>
        <p:nvSpPr>
          <p:cNvPr id="16" name="Google Shape;2415;p57">
            <a:extLst>
              <a:ext uri="{FF2B5EF4-FFF2-40B4-BE49-F238E27FC236}">
                <a16:creationId xmlns:a16="http://schemas.microsoft.com/office/drawing/2014/main" id="{5BFF2E1E-BDC8-C3FD-9144-05B145F2AADC}"/>
              </a:ext>
            </a:extLst>
          </p:cNvPr>
          <p:cNvSpPr txBox="1">
            <a:spLocks/>
          </p:cNvSpPr>
          <p:nvPr/>
        </p:nvSpPr>
        <p:spPr>
          <a:xfrm>
            <a:off x="4976896" y="3815966"/>
            <a:ext cx="1903800" cy="83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/>
              <a:t>Connect event organizers with vendors easily</a:t>
            </a:r>
            <a:endParaRPr lang="en-IN" kern="1200" dirty="0"/>
          </a:p>
        </p:txBody>
      </p:sp>
      <p:grpSp>
        <p:nvGrpSpPr>
          <p:cNvPr id="17" name="Google Shape;2416;p57">
            <a:extLst>
              <a:ext uri="{FF2B5EF4-FFF2-40B4-BE49-F238E27FC236}">
                <a16:creationId xmlns:a16="http://schemas.microsoft.com/office/drawing/2014/main" id="{24B16B3A-5CAD-FB06-9FA5-BCD693FE3224}"/>
              </a:ext>
            </a:extLst>
          </p:cNvPr>
          <p:cNvGrpSpPr/>
          <p:nvPr/>
        </p:nvGrpSpPr>
        <p:grpSpPr>
          <a:xfrm>
            <a:off x="4424091" y="1098697"/>
            <a:ext cx="423079" cy="419659"/>
            <a:chOff x="-4475825" y="3612425"/>
            <a:chExt cx="293825" cy="291450"/>
          </a:xfrm>
        </p:grpSpPr>
        <p:sp>
          <p:nvSpPr>
            <p:cNvPr id="18" name="Google Shape;2417;p57">
              <a:extLst>
                <a:ext uri="{FF2B5EF4-FFF2-40B4-BE49-F238E27FC236}">
                  <a16:creationId xmlns:a16="http://schemas.microsoft.com/office/drawing/2014/main" id="{EDDE59C2-DF8E-8AA4-B99A-E27035E3CFA4}"/>
                </a:ext>
              </a:extLst>
            </p:cNvPr>
            <p:cNvSpPr/>
            <p:nvPr/>
          </p:nvSpPr>
          <p:spPr>
            <a:xfrm>
              <a:off x="-4349800" y="3664400"/>
              <a:ext cx="34675" cy="33100"/>
            </a:xfrm>
            <a:custGeom>
              <a:avLst/>
              <a:gdLst/>
              <a:ahLst/>
              <a:cxnLst/>
              <a:rect l="l" t="t" r="r" b="b"/>
              <a:pathLst>
                <a:path w="1387" h="1324" extrusionOk="0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Google Shape;2418;p57">
              <a:extLst>
                <a:ext uri="{FF2B5EF4-FFF2-40B4-BE49-F238E27FC236}">
                  <a16:creationId xmlns:a16="http://schemas.microsoft.com/office/drawing/2014/main" id="{857B69E9-E74E-FC48-E8E3-21EBE31AF05A}"/>
                </a:ext>
              </a:extLst>
            </p:cNvPr>
            <p:cNvSpPr/>
            <p:nvPr/>
          </p:nvSpPr>
          <p:spPr>
            <a:xfrm>
              <a:off x="-4366325" y="3714800"/>
              <a:ext cx="68525" cy="34700"/>
            </a:xfrm>
            <a:custGeom>
              <a:avLst/>
              <a:gdLst/>
              <a:ahLst/>
              <a:cxnLst/>
              <a:rect l="l" t="t" r="r" b="b"/>
              <a:pathLst>
                <a:path w="2741" h="1388" extrusionOk="0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0" name="Google Shape;2419;p57">
              <a:extLst>
                <a:ext uri="{FF2B5EF4-FFF2-40B4-BE49-F238E27FC236}">
                  <a16:creationId xmlns:a16="http://schemas.microsoft.com/office/drawing/2014/main" id="{FD2FBD36-8B24-056D-2A01-A7A7FF516A63}"/>
                </a:ext>
              </a:extLst>
            </p:cNvPr>
            <p:cNvSpPr/>
            <p:nvPr/>
          </p:nvSpPr>
          <p:spPr>
            <a:xfrm>
              <a:off x="-4475825" y="3612425"/>
              <a:ext cx="293825" cy="291450"/>
            </a:xfrm>
            <a:custGeom>
              <a:avLst/>
              <a:gdLst/>
              <a:ahLst/>
              <a:cxnLst/>
              <a:rect l="l" t="t" r="r" b="b"/>
              <a:pathLst>
                <a:path w="11753" h="11658" extrusionOk="0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1" name="Google Shape;2420;p57">
            <a:extLst>
              <a:ext uri="{FF2B5EF4-FFF2-40B4-BE49-F238E27FC236}">
                <a16:creationId xmlns:a16="http://schemas.microsoft.com/office/drawing/2014/main" id="{D4E5724A-8FCB-1AE8-F0E7-ED05F1906732}"/>
              </a:ext>
            </a:extLst>
          </p:cNvPr>
          <p:cNvGrpSpPr/>
          <p:nvPr/>
        </p:nvGrpSpPr>
        <p:grpSpPr>
          <a:xfrm>
            <a:off x="1815841" y="1031204"/>
            <a:ext cx="426462" cy="418363"/>
            <a:chOff x="-1183550" y="3586525"/>
            <a:chExt cx="296175" cy="290550"/>
          </a:xfrm>
        </p:grpSpPr>
        <p:sp>
          <p:nvSpPr>
            <p:cNvPr id="22" name="Google Shape;2421;p57">
              <a:extLst>
                <a:ext uri="{FF2B5EF4-FFF2-40B4-BE49-F238E27FC236}">
                  <a16:creationId xmlns:a16="http://schemas.microsoft.com/office/drawing/2014/main" id="{870559B7-E190-2F27-807C-AC56D33CEF87}"/>
                </a:ext>
              </a:extLst>
            </p:cNvPr>
            <p:cNvSpPr/>
            <p:nvPr/>
          </p:nvSpPr>
          <p:spPr>
            <a:xfrm>
              <a:off x="-927575" y="3671500"/>
              <a:ext cx="40200" cy="16575"/>
            </a:xfrm>
            <a:custGeom>
              <a:avLst/>
              <a:gdLst/>
              <a:ahLst/>
              <a:cxnLst/>
              <a:rect l="l" t="t" r="r" b="b"/>
              <a:pathLst>
                <a:path w="1608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22;p57">
              <a:extLst>
                <a:ext uri="{FF2B5EF4-FFF2-40B4-BE49-F238E27FC236}">
                  <a16:creationId xmlns:a16="http://schemas.microsoft.com/office/drawing/2014/main" id="{B7F83360-C74A-60DF-FCC0-2351FE31E71D}"/>
                </a:ext>
              </a:extLst>
            </p:cNvPr>
            <p:cNvSpPr/>
            <p:nvPr/>
          </p:nvSpPr>
          <p:spPr>
            <a:xfrm>
              <a:off x="-1183550" y="3671500"/>
              <a:ext cx="39400" cy="16575"/>
            </a:xfrm>
            <a:custGeom>
              <a:avLst/>
              <a:gdLst/>
              <a:ahLst/>
              <a:cxnLst/>
              <a:rect l="l" t="t" r="r" b="b"/>
              <a:pathLst>
                <a:path w="1576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23;p57">
              <a:extLst>
                <a:ext uri="{FF2B5EF4-FFF2-40B4-BE49-F238E27FC236}">
                  <a16:creationId xmlns:a16="http://schemas.microsoft.com/office/drawing/2014/main" id="{874832D6-B032-0DE1-AA36-BD39F4E3E972}"/>
                </a:ext>
              </a:extLst>
            </p:cNvPr>
            <p:cNvSpPr/>
            <p:nvPr/>
          </p:nvSpPr>
          <p:spPr>
            <a:xfrm>
              <a:off x="-944250" y="3603025"/>
              <a:ext cx="39525" cy="26375"/>
            </a:xfrm>
            <a:custGeom>
              <a:avLst/>
              <a:gdLst/>
              <a:ahLst/>
              <a:cxnLst/>
              <a:rect l="l" t="t" r="r" b="b"/>
              <a:pathLst>
                <a:path w="1581" h="1055" extrusionOk="0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4;p57">
              <a:extLst>
                <a:ext uri="{FF2B5EF4-FFF2-40B4-BE49-F238E27FC236}">
                  <a16:creationId xmlns:a16="http://schemas.microsoft.com/office/drawing/2014/main" id="{E63F0D0E-2008-B9A5-C4FF-5D49B46E471D}"/>
                </a:ext>
              </a:extLst>
            </p:cNvPr>
            <p:cNvSpPr/>
            <p:nvPr/>
          </p:nvSpPr>
          <p:spPr>
            <a:xfrm>
              <a:off x="-1166200" y="3731225"/>
              <a:ext cx="39700" cy="26075"/>
            </a:xfrm>
            <a:custGeom>
              <a:avLst/>
              <a:gdLst/>
              <a:ahLst/>
              <a:cxnLst/>
              <a:rect l="l" t="t" r="r" b="b"/>
              <a:pathLst>
                <a:path w="1588" h="1043" extrusionOk="0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25;p57">
              <a:extLst>
                <a:ext uri="{FF2B5EF4-FFF2-40B4-BE49-F238E27FC236}">
                  <a16:creationId xmlns:a16="http://schemas.microsoft.com/office/drawing/2014/main" id="{236A5411-0C6D-1483-5907-EE671F816C6C}"/>
                </a:ext>
              </a:extLst>
            </p:cNvPr>
            <p:cNvSpPr/>
            <p:nvPr/>
          </p:nvSpPr>
          <p:spPr>
            <a:xfrm>
              <a:off x="-944925" y="3730950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26;p57">
              <a:extLst>
                <a:ext uri="{FF2B5EF4-FFF2-40B4-BE49-F238E27FC236}">
                  <a16:creationId xmlns:a16="http://schemas.microsoft.com/office/drawing/2014/main" id="{F3FEB9D3-DB99-325C-8E51-39E5A910AA18}"/>
                </a:ext>
              </a:extLst>
            </p:cNvPr>
            <p:cNvSpPr/>
            <p:nvPr/>
          </p:nvSpPr>
          <p:spPr>
            <a:xfrm>
              <a:off x="-1167000" y="3603025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7;p57">
              <a:extLst>
                <a:ext uri="{FF2B5EF4-FFF2-40B4-BE49-F238E27FC236}">
                  <a16:creationId xmlns:a16="http://schemas.microsoft.com/office/drawing/2014/main" id="{8399A747-0497-9311-E217-3253C5D06F20}"/>
                </a:ext>
              </a:extLst>
            </p:cNvPr>
            <p:cNvSpPr/>
            <p:nvPr/>
          </p:nvSpPr>
          <p:spPr>
            <a:xfrm>
              <a:off x="-1065400" y="3658900"/>
              <a:ext cx="59875" cy="77200"/>
            </a:xfrm>
            <a:custGeom>
              <a:avLst/>
              <a:gdLst/>
              <a:ahLst/>
              <a:cxnLst/>
              <a:rect l="l" t="t" r="r" b="b"/>
              <a:pathLst>
                <a:path w="2395" h="3088" extrusionOk="0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28;p57">
              <a:extLst>
                <a:ext uri="{FF2B5EF4-FFF2-40B4-BE49-F238E27FC236}">
                  <a16:creationId xmlns:a16="http://schemas.microsoft.com/office/drawing/2014/main" id="{E080D2E1-F3C5-9223-6189-B96381068C60}"/>
                </a:ext>
              </a:extLst>
            </p:cNvPr>
            <p:cNvSpPr/>
            <p:nvPr/>
          </p:nvSpPr>
          <p:spPr>
            <a:xfrm>
              <a:off x="-1078000" y="3809325"/>
              <a:ext cx="85075" cy="67750"/>
            </a:xfrm>
            <a:custGeom>
              <a:avLst/>
              <a:gdLst/>
              <a:ahLst/>
              <a:cxnLst/>
              <a:rect l="l" t="t" r="r" b="b"/>
              <a:pathLst>
                <a:path w="3403" h="2710" extrusionOk="0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29;p57">
              <a:extLst>
                <a:ext uri="{FF2B5EF4-FFF2-40B4-BE49-F238E27FC236}">
                  <a16:creationId xmlns:a16="http://schemas.microsoft.com/office/drawing/2014/main" id="{E3CAE83C-0ACC-6F3B-42D8-764E36892E3D}"/>
                </a:ext>
              </a:extLst>
            </p:cNvPr>
            <p:cNvSpPr/>
            <p:nvPr/>
          </p:nvSpPr>
          <p:spPr>
            <a:xfrm>
              <a:off x="-1135500" y="3586525"/>
              <a:ext cx="193775" cy="204700"/>
            </a:xfrm>
            <a:custGeom>
              <a:avLst/>
              <a:gdLst/>
              <a:ahLst/>
              <a:cxnLst/>
              <a:rect l="l" t="t" r="r" b="b"/>
              <a:pathLst>
                <a:path w="7751" h="8188" extrusionOk="0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2430;p57">
            <a:extLst>
              <a:ext uri="{FF2B5EF4-FFF2-40B4-BE49-F238E27FC236}">
                <a16:creationId xmlns:a16="http://schemas.microsoft.com/office/drawing/2014/main" id="{1F769E94-B268-2131-3F67-D35E5B9619BE}"/>
              </a:ext>
            </a:extLst>
          </p:cNvPr>
          <p:cNvGrpSpPr/>
          <p:nvPr/>
        </p:nvGrpSpPr>
        <p:grpSpPr>
          <a:xfrm>
            <a:off x="5708493" y="2884433"/>
            <a:ext cx="423079" cy="419659"/>
            <a:chOff x="-2310650" y="3958175"/>
            <a:chExt cx="293825" cy="291450"/>
          </a:xfrm>
        </p:grpSpPr>
        <p:sp>
          <p:nvSpPr>
            <p:cNvPr id="32" name="Google Shape;2431;p57">
              <a:extLst>
                <a:ext uri="{FF2B5EF4-FFF2-40B4-BE49-F238E27FC236}">
                  <a16:creationId xmlns:a16="http://schemas.microsoft.com/office/drawing/2014/main" id="{EDD5C30A-F0F4-7F21-7564-4D736D29B258}"/>
                </a:ext>
              </a:extLst>
            </p:cNvPr>
            <p:cNvSpPr/>
            <p:nvPr/>
          </p:nvSpPr>
          <p:spPr>
            <a:xfrm>
              <a:off x="-2310650" y="3958175"/>
              <a:ext cx="185925" cy="118950"/>
            </a:xfrm>
            <a:custGeom>
              <a:avLst/>
              <a:gdLst/>
              <a:ahLst/>
              <a:cxnLst/>
              <a:rect l="l" t="t" r="r" b="b"/>
              <a:pathLst>
                <a:path w="7437" h="4758" extrusionOk="0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32;p57">
              <a:extLst>
                <a:ext uri="{FF2B5EF4-FFF2-40B4-BE49-F238E27FC236}">
                  <a16:creationId xmlns:a16="http://schemas.microsoft.com/office/drawing/2014/main" id="{87832C67-76E6-DD73-7657-F51BB2C690D2}"/>
                </a:ext>
              </a:extLst>
            </p:cNvPr>
            <p:cNvSpPr/>
            <p:nvPr/>
          </p:nvSpPr>
          <p:spPr>
            <a:xfrm>
              <a:off x="-2309075" y="3992050"/>
              <a:ext cx="292250" cy="257575"/>
            </a:xfrm>
            <a:custGeom>
              <a:avLst/>
              <a:gdLst/>
              <a:ahLst/>
              <a:cxnLst/>
              <a:rect l="l" t="t" r="r" b="b"/>
              <a:pathLst>
                <a:path w="11690" h="10303" extrusionOk="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rgbClr val="BE9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2763;p77">
            <a:extLst>
              <a:ext uri="{FF2B5EF4-FFF2-40B4-BE49-F238E27FC236}">
                <a16:creationId xmlns:a16="http://schemas.microsoft.com/office/drawing/2014/main" id="{BE58CA91-3D04-873E-A70D-55E1A13097B9}"/>
              </a:ext>
            </a:extLst>
          </p:cNvPr>
          <p:cNvGrpSpPr/>
          <p:nvPr/>
        </p:nvGrpSpPr>
        <p:grpSpPr>
          <a:xfrm>
            <a:off x="7028958" y="1042164"/>
            <a:ext cx="399498" cy="463937"/>
            <a:chOff x="4727025" y="1332775"/>
            <a:chExt cx="59900" cy="696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5" name="Google Shape;2764;p77">
              <a:extLst>
                <a:ext uri="{FF2B5EF4-FFF2-40B4-BE49-F238E27FC236}">
                  <a16:creationId xmlns:a16="http://schemas.microsoft.com/office/drawing/2014/main" id="{50F8009E-CAFD-8C84-E86E-19E440E1D02E}"/>
                </a:ext>
              </a:extLst>
            </p:cNvPr>
            <p:cNvSpPr/>
            <p:nvPr/>
          </p:nvSpPr>
          <p:spPr>
            <a:xfrm>
              <a:off x="4727025" y="1332775"/>
              <a:ext cx="36450" cy="33200"/>
            </a:xfrm>
            <a:custGeom>
              <a:avLst/>
              <a:gdLst/>
              <a:ahLst/>
              <a:cxnLst/>
              <a:rect l="l" t="t" r="r" b="b"/>
              <a:pathLst>
                <a:path w="1458" h="1328" extrusionOk="0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6" name="Google Shape;2765;p77">
              <a:extLst>
                <a:ext uri="{FF2B5EF4-FFF2-40B4-BE49-F238E27FC236}">
                  <a16:creationId xmlns:a16="http://schemas.microsoft.com/office/drawing/2014/main" id="{99E67D6B-A591-0117-A429-138D6C8CD5BD}"/>
                </a:ext>
              </a:extLst>
            </p:cNvPr>
            <p:cNvSpPr/>
            <p:nvPr/>
          </p:nvSpPr>
          <p:spPr>
            <a:xfrm>
              <a:off x="4750475" y="1369025"/>
              <a:ext cx="36450" cy="33375"/>
            </a:xfrm>
            <a:custGeom>
              <a:avLst/>
              <a:gdLst/>
              <a:ahLst/>
              <a:cxnLst/>
              <a:rect l="l" t="t" r="r" b="b"/>
              <a:pathLst>
                <a:path w="1458" h="1335" extrusionOk="0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37" name="Google Shape;7459;p83">
            <a:extLst>
              <a:ext uri="{FF2B5EF4-FFF2-40B4-BE49-F238E27FC236}">
                <a16:creationId xmlns:a16="http://schemas.microsoft.com/office/drawing/2014/main" id="{F4DE6633-144B-0544-CC8B-6E7037C13FE2}"/>
              </a:ext>
            </a:extLst>
          </p:cNvPr>
          <p:cNvGrpSpPr/>
          <p:nvPr/>
        </p:nvGrpSpPr>
        <p:grpSpPr>
          <a:xfrm>
            <a:off x="2908437" y="2828941"/>
            <a:ext cx="475151" cy="475151"/>
            <a:chOff x="1492675" y="2620775"/>
            <a:chExt cx="481825" cy="48182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Google Shape;7460;p83">
              <a:extLst>
                <a:ext uri="{FF2B5EF4-FFF2-40B4-BE49-F238E27FC236}">
                  <a16:creationId xmlns:a16="http://schemas.microsoft.com/office/drawing/2014/main" id="{DECF801D-19B2-A3CB-1F3D-6B47619F48EF}"/>
                </a:ext>
              </a:extLst>
            </p:cNvPr>
            <p:cNvSpPr/>
            <p:nvPr/>
          </p:nvSpPr>
          <p:spPr>
            <a:xfrm>
              <a:off x="1677125" y="2620775"/>
              <a:ext cx="112950" cy="113850"/>
            </a:xfrm>
            <a:custGeom>
              <a:avLst/>
              <a:gdLst/>
              <a:ahLst/>
              <a:cxnLst/>
              <a:rect l="l" t="t" r="r" b="b"/>
              <a:pathLst>
                <a:path w="4518" h="4554" extrusionOk="0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7461;p83">
              <a:extLst>
                <a:ext uri="{FF2B5EF4-FFF2-40B4-BE49-F238E27FC236}">
                  <a16:creationId xmlns:a16="http://schemas.microsoft.com/office/drawing/2014/main" id="{78CB4C46-095E-EF53-3EEB-1C4AAE0AD667}"/>
                </a:ext>
              </a:extLst>
            </p:cNvPr>
            <p:cNvSpPr/>
            <p:nvPr/>
          </p:nvSpPr>
          <p:spPr>
            <a:xfrm>
              <a:off x="1492675" y="2734675"/>
              <a:ext cx="481825" cy="367925"/>
            </a:xfrm>
            <a:custGeom>
              <a:avLst/>
              <a:gdLst/>
              <a:ahLst/>
              <a:cxnLst/>
              <a:rect l="l" t="t" r="r" b="b"/>
              <a:pathLst>
                <a:path w="19273" h="14717" extrusionOk="0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84;p42">
            <a:extLst>
              <a:ext uri="{FF2B5EF4-FFF2-40B4-BE49-F238E27FC236}">
                <a16:creationId xmlns:a16="http://schemas.microsoft.com/office/drawing/2014/main" id="{F7847E69-6DC2-0766-B232-E66E2A20752A}"/>
              </a:ext>
            </a:extLst>
          </p:cNvPr>
          <p:cNvSpPr txBox="1">
            <a:spLocks/>
          </p:cNvSpPr>
          <p:nvPr/>
        </p:nvSpPr>
        <p:spPr>
          <a:xfrm>
            <a:off x="1343700" y="956736"/>
            <a:ext cx="3228300" cy="51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chemeClr val="lt2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lang="en-IN" dirty="0"/>
              <a:t>Methodology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8E8BF61-CA61-50C2-BF93-6650E560A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2830651"/>
              </p:ext>
            </p:extLst>
          </p:nvPr>
        </p:nvGraphicFramePr>
        <p:xfrm>
          <a:off x="708829" y="2019735"/>
          <a:ext cx="7726342" cy="1949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EF0136-5C9B-BB90-FC01-9D0F2B52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00" y="415198"/>
            <a:ext cx="7238700" cy="363600"/>
          </a:xfrm>
        </p:spPr>
        <p:txBody>
          <a:bodyPr/>
          <a:lstStyle/>
          <a:p>
            <a:r>
              <a:rPr lang="en-US" dirty="0"/>
              <a:t>Why I Chose This Topic?</a:t>
            </a:r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560609F-E8E2-7BD2-557D-BE396A3D81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9486606"/>
              </p:ext>
            </p:extLst>
          </p:nvPr>
        </p:nvGraphicFramePr>
        <p:xfrm>
          <a:off x="1425387" y="1063979"/>
          <a:ext cx="5836025" cy="4005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9C71CD-57CE-3356-4706-42671F5D6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UML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BD16A-A8D1-7656-DA24-9B5C5346F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644" y="985540"/>
            <a:ext cx="5928471" cy="3700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2EC725-62AD-6CD0-6431-104EC70FE097}"/>
              </a:ext>
            </a:extLst>
          </p:cNvPr>
          <p:cNvSpPr txBox="1"/>
          <p:nvPr/>
        </p:nvSpPr>
        <p:spPr>
          <a:xfrm>
            <a:off x="87407" y="1771531"/>
            <a:ext cx="914399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accent3"/>
                </a:solidFill>
              </a:rPr>
              <a:t>Mobile App Development</a:t>
            </a:r>
            <a:r>
              <a:rPr lang="en-US" dirty="0">
                <a:solidFill>
                  <a:schemeClr val="accent3"/>
                </a:solidFill>
              </a:rPr>
              <a:t>: </a:t>
            </a:r>
            <a:r>
              <a:rPr lang="en-US" dirty="0"/>
              <a:t>Create a mobile app for easier access.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lvl="2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accent3"/>
                </a:solidFill>
              </a:rPr>
              <a:t>Advanced Search Filters</a:t>
            </a:r>
            <a:r>
              <a:rPr lang="en-US" dirty="0">
                <a:solidFill>
                  <a:schemeClr val="accent3"/>
                </a:solidFill>
              </a:rPr>
              <a:t>: </a:t>
            </a:r>
            <a:r>
              <a:rPr lang="en-US" dirty="0"/>
              <a:t>Implement search filters for users to find vendors based on specific needs.</a:t>
            </a:r>
          </a:p>
          <a:p>
            <a:pPr marL="285750" lvl="2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accent3"/>
                </a:solidFill>
              </a:rPr>
              <a:t>Personalized Recommendations</a:t>
            </a:r>
            <a:r>
              <a:rPr lang="en-US" dirty="0">
                <a:solidFill>
                  <a:schemeClr val="accent3"/>
                </a:solidFill>
              </a:rPr>
              <a:t>: </a:t>
            </a:r>
            <a:r>
              <a:rPr lang="en-US" dirty="0"/>
              <a:t>Use algorithms to provide personalized vendor.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3"/>
                </a:solidFill>
              </a:rPr>
              <a:t>Payment Integration</a:t>
            </a:r>
            <a:r>
              <a:rPr lang="en-US" sz="1400" dirty="0">
                <a:solidFill>
                  <a:schemeClr val="accent3"/>
                </a:solidFill>
              </a:rPr>
              <a:t>: </a:t>
            </a:r>
            <a:r>
              <a:rPr lang="en-US" sz="1400" dirty="0"/>
              <a:t>Implement secure payment options to facilitate transactions between users &amp; vendors.   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FC498B1A-D9F0-6793-5718-F3FEC4DA72B8}"/>
              </a:ext>
            </a:extLst>
          </p:cNvPr>
          <p:cNvSpPr txBox="1">
            <a:spLocks/>
          </p:cNvSpPr>
          <p:nvPr/>
        </p:nvSpPr>
        <p:spPr>
          <a:xfrm>
            <a:off x="337794" y="827778"/>
            <a:ext cx="7238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289625" bIns="1005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chemeClr val="lt2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lang="en-IN" dirty="0"/>
              <a:t>Future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91AE42-0EEE-9DE8-81CE-C94C2DBE48A5}"/>
              </a:ext>
            </a:extLst>
          </p:cNvPr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BB07DB-4431-7FC4-6F23-6BCE7CF3E86A}"/>
              </a:ext>
            </a:extLst>
          </p:cNvPr>
          <p:cNvSpPr txBox="1"/>
          <p:nvPr/>
        </p:nvSpPr>
        <p:spPr>
          <a:xfrm>
            <a:off x="1637361" y="1375279"/>
            <a:ext cx="58692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event planning website streamlines organization with a vendor directory, customizable timelines, and expense tracking, all in a mobile-friendly format. It empowers users to plan successful events efficiently and within budget.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8;p71">
            <a:extLst>
              <a:ext uri="{FF2B5EF4-FFF2-40B4-BE49-F238E27FC236}">
                <a16:creationId xmlns:a16="http://schemas.microsoft.com/office/drawing/2014/main" id="{585D6FD4-17CE-402B-F25A-1FB04012CF69}"/>
              </a:ext>
            </a:extLst>
          </p:cNvPr>
          <p:cNvSpPr txBox="1">
            <a:spLocks/>
          </p:cNvSpPr>
          <p:nvPr/>
        </p:nvSpPr>
        <p:spPr>
          <a:xfrm>
            <a:off x="2026534" y="1732660"/>
            <a:ext cx="5090931" cy="1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1005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aven Pro SemiBold"/>
              <a:buNone/>
              <a:defRPr sz="6000" b="0" i="0" u="none" strike="noStrike" cap="none">
                <a:solidFill>
                  <a:schemeClr val="lt2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aven Pro SemiBold"/>
              <a:buNone/>
              <a:defRPr sz="3600" b="0" i="0" u="none" strike="noStrike" cap="none">
                <a:solidFill>
                  <a:srgbClr val="000000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en-IN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 of Girls Social Media by Slidesgo">
  <a:themeElements>
    <a:clrScheme name="Simple Light">
      <a:dk1>
        <a:srgbClr val="000000"/>
      </a:dk1>
      <a:lt1>
        <a:srgbClr val="FFFFFF"/>
      </a:lt1>
      <a:dk2>
        <a:srgbClr val="FFF3F7"/>
      </a:dk2>
      <a:lt2>
        <a:srgbClr val="9044FF"/>
      </a:lt2>
      <a:accent1>
        <a:srgbClr val="BE92FF"/>
      </a:accent1>
      <a:accent2>
        <a:srgbClr val="FFB7D3"/>
      </a:accent2>
      <a:accent3>
        <a:srgbClr val="31B9B8"/>
      </a:accent3>
      <a:accent4>
        <a:srgbClr val="212121"/>
      </a:accent4>
      <a:accent5>
        <a:srgbClr val="D9D9D9"/>
      </a:accent5>
      <a:accent6>
        <a:srgbClr val="80E2E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291</Words>
  <Application>Microsoft Office PowerPoint</Application>
  <PresentationFormat>On-screen Show (16:9)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Times New Roman</vt:lpstr>
      <vt:lpstr>Raleway</vt:lpstr>
      <vt:lpstr>Maven Pro Black</vt:lpstr>
      <vt:lpstr>Maven Pro SemiBold</vt:lpstr>
      <vt:lpstr>Carme</vt:lpstr>
      <vt:lpstr>Courier New</vt:lpstr>
      <vt:lpstr>Arial</vt:lpstr>
      <vt:lpstr>Maven Pro</vt:lpstr>
      <vt:lpstr>Open Sans</vt:lpstr>
      <vt:lpstr>Day of Girls Social Media by Slidesgo</vt:lpstr>
      <vt:lpstr>PowerPoint Presentation</vt:lpstr>
      <vt:lpstr>Introduction</vt:lpstr>
      <vt:lpstr>Problem solving</vt:lpstr>
      <vt:lpstr>PowerPoint Presentation</vt:lpstr>
      <vt:lpstr>Why I Chose This Topic?</vt:lpstr>
      <vt:lpstr>UML diagram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Sarvesh Kolapkar</cp:lastModifiedBy>
  <cp:revision>9</cp:revision>
  <dcterms:modified xsi:type="dcterms:W3CDTF">2024-10-21T08:52:51Z</dcterms:modified>
</cp:coreProperties>
</file>